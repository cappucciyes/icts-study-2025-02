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63" r:id="rId4"/>
    <p:sldId id="281" r:id="rId5"/>
    <p:sldId id="284" r:id="rId6"/>
    <p:sldId id="285" r:id="rId7"/>
    <p:sldId id="299" r:id="rId8"/>
    <p:sldId id="301" r:id="rId9"/>
    <p:sldId id="292" r:id="rId10"/>
    <p:sldId id="300" r:id="rId11"/>
    <p:sldId id="303" r:id="rId12"/>
    <p:sldId id="302" r:id="rId13"/>
    <p:sldId id="305" r:id="rId14"/>
    <p:sldId id="280" r:id="rId15"/>
    <p:sldId id="294" r:id="rId16"/>
    <p:sldId id="297" r:id="rId17"/>
    <p:sldId id="295" r:id="rId18"/>
    <p:sldId id="298" r:id="rId19"/>
    <p:sldId id="290" r:id="rId20"/>
    <p:sldId id="309" r:id="rId21"/>
    <p:sldId id="306" r:id="rId22"/>
    <p:sldId id="308" r:id="rId23"/>
    <p:sldId id="291" r:id="rId24"/>
    <p:sldId id="265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483 992 24575,'-37'0'0,"1"-1"0,-42-8 0,61 6 0,0-1 0,1-1 0,0-1 0,0 0 0,1-1 0,-29-17 0,28 14 0,1 0 0,1-2 0,0 0 0,1 0 0,0-2 0,1 1 0,0-2 0,1 1 0,1-1 0,0-1 0,-10-23 0,14 26 0,1 0 0,0-1 0,1 0 0,1 0 0,0-1 0,1 1 0,0-1 0,2 1 0,-1-1 0,2 1 0,0-1 0,0 1 0,2-1 0,-1 1 0,6-14 0,-3 16 0,0 0 0,1 0 0,0 1 0,0-1 0,2 2 0,-1-1 0,1 1 0,17-17 0,9-4 0,44-31 0,-22 19 0,-21 14 0,2 2 0,0 1 0,2 3 0,1 0 0,1 3 0,0 1 0,2 2 0,0 2 0,83-17 0,-88 25 0,0 1 0,0 2 0,0 2 0,1 2 0,56 5 0,-88-3 0,1-1 0,-1 1 0,0 0 0,1 0 0,-1 1 0,0 0 0,0 0 0,-1 1 0,1 0 0,-1 0 0,1 0 0,-1 1 0,-1 0 0,1 0 0,-1 0 0,0 1 0,0 0 0,0 0 0,-1 0 0,0 1 0,0 0 0,-1-1 0,0 1 0,0 0 0,0 1 0,-1-1 0,0 0 0,-1 1 0,1-1 0,-1 10 0,1 0 0,-1 0 0,0 0 0,-2 0 0,0 0 0,-1 0 0,0 0 0,-1 0 0,-2 0 0,1-1 0,-2 0 0,0 0 0,-1 0 0,0-1 0,-2 0 0,1 0 0,-2-1 0,-14 17 0,-46 62-1365,51-64-5461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24575,'-1'97'0,"4"106"0,-3-200 0,0 0 0,0-1 0,1 1 0,-1 0 0,1 0 0,0-1 0,0 1 0,0 0 0,0-1 0,0 1 0,0-1 0,1 1 0,0-1 0,-1 0 0,1 0 0,0 0 0,0 0 0,4 3 0,-4-3 0,0-1 0,1 0 0,-1-1 0,0 1 0,1 0 0,0-1 0,-1 1 0,1-1 0,-1 0 0,1 0 0,-1 0 0,1 0 0,0 0 0,-1 0 0,1-1 0,-1 1 0,1-1 0,-1 0 0,1 0 0,2-1 0,16-9-124,0-1 0,-1 0 0,-1-1 0,0-2 0,0 0 0,-2 0-1,0-2 1,-1 0 0,0-1 0,23-36 0,-26 33-6702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579 431 24575,'-23'0'0,"-8"0"0,-39-4 0,59 2 0,0 0 0,0 0 0,0-1 0,1-1 0,-1 0 0,1 0 0,-12-7 0,-3-5 0,1 0 0,0-2 0,1-1 0,-36-39 0,22 16 0,-50-76 0,23 35-1365,49 58-5461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130 333 24575,'-11'-12'0,"1"-1"0,0 1 0,1-1 0,0-1 0,-8-19 0,-29-76 0,42 99 0,2 4 0,-1-1 0,1 0 0,0 0 0,0-1 0,1 1 0,-1-11 0,2 16 0,1 0 0,-1-1 0,0 1 0,0 0 0,1 0 0,-1 0 0,1 0 0,0 0 0,-1 0 0,1 0 0,0 0 0,0 0 0,1 1 0,-1-1 0,0 0 0,0 1 0,1-1 0,-1 0 0,1 1 0,-1 0 0,1-1 0,0 1 0,0 0 0,0 0 0,-1 0 0,1 0 0,3-1 0,2 0 0,0 0 0,0 0 0,1 1 0,-1 0 0,1 0 0,-1 1 0,1 0 0,0 0 0,-1 1 0,1 0 0,8 2 0,14 5 0,41 15 0,-41-12 0,51 21 62,-49-18-776,50 14 1,-54-22-6113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530 320 24575,'-12'-1'0,"1"-2"0,-1 1 0,1-2 0,0 0 0,0 0 0,0-1 0,1 0 0,0 0 0,-11-9 0,-16-7 0,-196-117 0,188 109 0,29 19-273,2-1 0,0-1 0,0 0 0,-14-17 0,19 19-6553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41 283 24575,'-1'0'0,"-1"-1"0,0 1 0,0-1 0,0 1 0,1-1 0,-1 0 0,0 0 0,0 0 0,1 0 0,-1 0 0,1 0 0,-1 0 0,1-1 0,0 1 0,-1 0 0,1-1 0,0 1 0,0-1 0,0 1 0,0-1 0,0 0 0,0 1 0,0-1 0,1 0 0,-1 0 0,1 0 0,-1 0 0,1 1 0,0-1 0,-1-3 0,-1-7 0,1-1 0,0 1 0,1-14 0,0 19 0,0-1 0,1 1 0,0 0 0,0 0 0,1 0 0,0 0 0,0 0 0,1 1 0,-1-1 0,2 1 0,-1-1 0,1 1 0,-1 0 0,2 0 0,-1 1 0,1-1 0,7-6 0,-4 6 0,0 0 0,0 0 0,0 1 0,1 1 0,0-1 0,0 2 0,0-1 0,0 1 0,0 0 0,1 1 0,0 0 0,14-1 0,-4 3 0,1 0 0,-1 1 0,1 0 0,-1 2 0,0 1 0,26 8 0,118 46 0,-137-47 0,62 21-1365,-51-21-5461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642 323 24575,'-21'-2'0,"-1"-1"0,0 0 0,1-2 0,0-1 0,0 0 0,0-1 0,-25-14 0,-26-8 0,39 16 0,1-1 0,0-2 0,-37-24 0,-83-69 0,129 93 0,4-1-1365,4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109 332 24575,'-4'0'0,"0"0"0,1-1 0,-1 1 0,0-1 0,1 1 0,-1-1 0,0 0 0,1-1 0,0 1 0,-1-1 0,1 1 0,0-1 0,-1 0 0,1 0 0,0 0 0,-4-6 0,2 4 0,2-1 0,-1 0 0,0 0 0,1-1 0,0 1 0,1-1 0,-1 1 0,1-1 0,-2-8 0,-1-5 0,2-1 0,1 1 0,0 0 0,1-1 0,3-29 0,-1 44 0,0 1 0,0 0 0,0 0 0,0-1 0,1 1 0,0 0 0,0 0 0,0 0 0,0 1 0,0-1 0,1 0 0,0 1 0,0 0 0,0-1 0,0 1 0,0 0 0,1 1 0,-1-1 0,1 0 0,0 1 0,-1 0 0,1 0 0,0 0 0,0 1 0,1-1 0,-1 1 0,6-1 0,4-2 0,0 2 0,1-1 0,-1 2 0,1 0 0,-1 1 0,1 0 0,16 3 0,-17 0 0,1 0 0,-1 1 0,0 0 0,-1 1 0,1 1 0,12 7 0,75 51 0,-14-9 0,-7-10-1365,-53-26-5461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567 430 24575,'-15'-1'0,"1"0"0,0-2 0,0 1 0,0-2 0,0 0 0,1-1 0,-1 0 0,1-1 0,0 0 0,-18-14 0,-13-10 0,-57-50 0,99 78 0,-47-39-341,2-3 0,2-1-1,-48-62 1,76 83-6485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62 296 24575,'-16'-22'0,"8"8"0,1-1 0,1-1 0,1 1 0,0-1 0,1 0 0,0 0 0,1-1 0,1 1 0,1-1 0,0 1 0,2-17 0,0 30 0,-1-1 0,1 1 0,0 0 0,0 0 0,1 1 0,-1-1 0,1 0 0,-1 0 0,1 1 0,0-1 0,0 0 0,0 1 0,0 0 0,0 0 0,1-1 0,-1 1 0,1 1 0,-1-1 0,1 0 0,0 1 0,-1-1 0,1 1 0,0 0 0,0 0 0,0 0 0,0 0 0,6-1 0,7 0 0,1 0 0,-1 1 0,1 1 0,17 1 0,-21 0 0,8 1-170,1 1-1,-1 1 0,0 1 1,0 1-1,-1 0 0,1 2 1,30 16-1,-26-11-6655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420 311 24575,'1'-13'0,"-1"1"0,-1-1 0,0 1 0,-1-1 0,0 1 0,-1 0 0,0 0 0,-1 0 0,0 0 0,-1 0 0,0 1 0,-1 0 0,0 0 0,-1 0 0,-9-11 0,6 10 0,0 0 0,0 1 0,-1 0 0,-21-15 0,24 21 0,1 0 0,-1 1 0,0 1 0,0-1 0,0 1 0,-1 1 0,1-1 0,-1 1 0,-14-1 0,-134-1-1365,127 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8:55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122 288 24575,'-6'-1'0,"1"1"0,-1-1 0,1 1 0,-1-1 0,1-1 0,0 1 0,-1-1 0,1 0 0,0 0 0,0-1 0,0 1 0,1-1 0,-1 0 0,1-1 0,-1 1 0,1-1 0,0 0 0,0 0 0,-4-6 0,5 7 0,1-1 0,0 0 0,0 1 0,0-1 0,0 0 0,1 0 0,-1 0 0,1 0 0,0 0 0,1-1 0,-1 1 0,1 0 0,0 0 0,-1 0 0,2-1 0,-1 1 0,1 0 0,-1 0 0,1 0 0,0 0 0,0-1 0,1 1 0,-1 1 0,1-1 0,4-7 0,-2 5 0,1 0 0,0 0 0,-1 0 0,2 0 0,-1 1 0,1 0 0,0 0 0,0 1 0,0-1 0,0 1 0,1 1 0,0-1 0,0 1 0,0 0 0,0 1 0,13-3 0,8 0 0,-1 1 0,1 2 0,37 1 0,-32 1 0,39-5 0,-53 2-455,-1-1 0,24-8 0,-14 1-6371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9:52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24575,'0'-2'0,"1"0"0,-1-1 0,1 1 0,0 0 0,-1-1 0,1 1 0,0 0 0,1 0 0,-1 0 0,0 0 0,1 0 0,-1 0 0,1 0 0,-1 0 0,1 1 0,0-1 0,0 1 0,0-1 0,3-1 0,45-24 0,-43 24 0,60-24 0,95-25 0,-22 8 0,-84 24 0,1 2 0,1 2 0,0 3 0,120-11 0,357 28 0,-494 0 0,1 2 0,-1 2 0,-1 1 0,1 2 0,38 17 0,186 95 0,-175-64 131,-12-7-1627,-50-37-5330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9:52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1 404 24575,'15'2'0,"0"0"0,0 1 0,16 6 0,-8-2 0,1-2 0,-1 0 0,1-1 0,26 0 0,-44-3 0,0-1 0,-1-1 0,1 1 0,0-1 0,0 0 0,-1 0 0,1-1 0,0 0 0,-1 0 0,0 0 0,1 0 0,-1-1 0,0 0 0,0 0 0,0 0 0,-1-1 0,1 0 0,-1 1 0,0-2 0,0 1 0,0 0 0,4-9 0,-1 3-41,-1-1 0,-1 1-1,0-2 1,-1 1-1,0 0 1,-1-1 0,0 0-1,0 0 1,-1 0 0,-1 0-1,0 0 1,-1 0-1,0 0 1,-1 0 0,-1 0-1,1 0 1,-2 0 0,0 0-1,0 0 1,-1 1-1,0 0 1,-1 0 0,-1 0-1,1 0 1,-2 1 0,0 0-1,0 0 1,0 0-1,-1 1 1,-1 1 0,1-1-1,-13-8 1,2 5-6785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2:58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1 855 24575,'0'-4'0,"1"0"0,-1 0 0,1 0 0,0 1 0,1-1 0,-1 0 0,0 0 0,1 1 0,0-1 0,0 1 0,0 0 0,0-1 0,6-5 0,43-39 0,-27 27 0,307-262 0,-283 244 0,21-18-273,-3-4 0,-3-1 0,-3-4 0,57-80 0,-106 131-6553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2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24575,'33'3'0,"1"1"0,-1 2 0,0 1 0,-1 2 0,0 1 0,37 17 0,25 7 0,-85-32 0,-1 1 0,0 0 0,-1 0 0,1 1 0,-1 0 0,1 0 0,11 10 0,-17-12 0,0 1 0,0-1 0,0 0 0,0 1 0,0-1 0,-1 1 0,1 0 0,-1 0 0,1-1 0,-1 1 0,0 0 0,-1 0 0,1 0 0,0 0 0,-1 0 0,1 0 0,-1 0 0,0 1 0,0-1 0,0 0 0,-1 0 0,1 0 0,-1 0 0,-1 5 0,-10 27 0,-1 0 0,-2-1 0,-28 46 0,23-45 0,2 2 0,-22 60 0,38-91-170,1-1-1,0 1 0,0 0 1,0 0-1,0-1 0,1 1 1,1 7-1,2 9-6655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3:00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722 1357 24575,'-117'-140'0,"-100"-76"0,-66-72 0,271 273 0,1 0 0,0-1 0,1 0 0,0-1 0,2-1 0,0 1 0,1-1 0,0 0 0,2-1 0,0 1 0,1-1 0,1 0 0,1-1 0,1 1 0,1-38 0,2-313-1365,-2 348-5461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3:0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0 388 24575,'4'-45'0,"1"-1"0,3 1 0,1 0 0,21-60 0,-18 66 0,-12 36 0,1 0 0,0 0 0,0 0 0,0 0 0,0 0 0,0 0 0,1 0 0,-1 0 0,1 1 0,-1-1 0,1 0 0,0 1 0,0 0 0,1-1 0,-1 1 0,0 0 0,1 0 0,-1 0 0,1 0 0,-1 1 0,1-1 0,0 1 0,0 0 0,0-1 0,0 1 0,0 0 0,0 1 0,0-1 0,0 1 0,0-1 0,0 1 0,1 0 0,-1 0 0,0 0 0,0 1 0,0-1 0,0 1 0,6 1 0,4 3 0,0 0 0,0 1 0,-1 0 0,0 1 0,0 0 0,-1 1 0,18 15 0,22 20-341,-3 2 0,-1 2-1,52 69 1,-76-84-6485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3:04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1641 386 24575,'-12'-1'0,"0"-1"0,1 0 0,-1 0 0,1-1 0,-1-1 0,-13-6 0,-19-6 0,-342-118 0,239 80 0,22 13 0,-185-33 0,82 48 0,104 15 0,-36 5-1365,138 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3:0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100 650 24575,'-4'-66'0,"-22"-125"0,5 55 0,17 109 0,-2 2 0,-10-31 0,-5-17 0,21 71 0,-1-1 0,1 1 0,-1 0 0,1-1 0,0 1 0,0 0 0,0-1 0,0 1 0,1-1 0,-1 1 0,0 0 0,1 0 0,0-1 0,-1 1 0,1 0 0,0 0 0,0 0 0,1-1 0,-1 1 0,0 0 0,1 1 0,-1-1 0,1 0 0,-1 0 0,1 1 0,0-1 0,0 1 0,0-1 0,0 1 0,0 0 0,0 0 0,0 0 0,0 0 0,0 0 0,0 0 0,1 0 0,-1 1 0,0-1 0,1 1 0,2 0 0,13-3 0,1 2 0,-1 0 0,1 1 0,22 3 0,-17-2 0,50 6 0,0 2 0,-1 4 0,126 39 0,-182-47 15,-1 2 0,1 0 0,-1 0 0,-1 2 0,0 0 0,0 1 0,22 19 0,-29-22-121,0 0 0,-1 1 0,0 0 0,-1 1 0,0 0 0,0-1-1,0 2 1,-1-1 0,-1 1 0,0 0 0,0 0 0,-1 0 0,4 18 0,-2 12-6720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3:0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1668 24575,'-3'-23'0,"0"1"0,-1 0 0,-1 0 0,-1 1 0,-1 0 0,-1 0 0,-13-24 0,-11-33 0,-73-311 0,68 228 0,22 103 0,2 0 0,3-1 0,3 0 0,-1-65 0,25-155 0,-5 98-1365,-12 156-5461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5:53:0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0 378 24575,'1'-8'0,"0"0"0,1 0 0,0 0 0,0 0 0,0 0 0,1 0 0,0 1 0,1-1 0,0 1 0,0 0 0,5-7 0,11-14 0,30-31 0,-41 50 0,26-32 0,-14 14 0,2 1 0,1 2 0,35-29 0,-56 51 0,0 1 0,-1-1 0,1 1 0,0 0 0,0 0 0,0 0 0,0 0 0,0 1 0,0-1 0,0 1 0,0 0 0,0-1 0,0 2 0,0-1 0,0 0 0,0 0 0,0 1 0,0 0 0,0 0 0,0 0 0,0 0 0,0 0 0,0 0 0,-1 1 0,1-1 0,0 1 0,-1 0 0,0 0 0,4 3 0,9 8 0,-1 1 0,0 0 0,18 24 0,-16-18 0,104 131 0,54 61 0,-75-100-1365,-75-88-5461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8:49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1082 24575,'-1'-57'0,"3"-72"0,-1 115 0,1 0 0,1 0 0,0 1 0,1-1 0,0 1 0,1 0 0,8-14 0,18-24 0,2 2 0,2 1 0,3 2 0,1 2 0,3 1 0,1 2 0,63-45 0,-70 61 0,1 1 0,1 2 0,69-29 0,129-34 0,-200 76 0,1 2 0,0 1 0,0 1 0,45 2 0,-73 2 0,6 0 20,1 0 0,0-1 0,-1-1 0,1-1 0,22-8 0,-33 11-85,-1-1 1,0 0-1,0 0 1,1 0-1,-1 0 1,0-1-1,-1 0 0,1 1 1,0-1-1,-1-1 1,0 1-1,0 0 1,0-1-1,0 0 1,0 1-1,-1-1 0,1 0 1,-1-1-1,0 1 1,-1 0-1,1 0 1,1-8-1,0-13-6761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8:5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24575,'11'1'0,"1"1"0,0 1 0,-1 0 0,1 0 0,19 9 0,14 4 0,2-4 0,1-3 0,93 7 0,98-14 0,-127-3 0,-111 0 0,1 1 0,-1 0 0,1 0 0,-1 0 0,1 0 0,-1 0 0,1 0 0,-1 1 0,1-1 0,-1 1 0,1-1 0,-1 1 0,1-1 0,-1 1 0,0 0 0,1-1 0,-1 1 0,0 0 0,0 0 0,1 0 0,-1 0 0,0 0 0,1 2 0,-1-1 0,-1 0 0,1-1 0,-1 1 0,0 0 0,0 0 0,0 0 0,0-1 0,0 1 0,0 0 0,0 0 0,0-1 0,-1 1 0,1 0 0,-1-1 0,1 1 0,-1 0 0,-1 1 0,-6 11 0,0 0 0,-1-1 0,-17 20 0,20-26 0,-177 185 0,65-74 0,90-89-112,13-14-67,0 0 0,1 0 0,1 1 0,0 1 0,2 1 0,-13 22 0,18-23-6647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8:53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1359 24575,'-1'-19'0,"-1"0"0,-6-25 0,-2-15 0,-49-410 0,39 356 0,-5 0 0,-43-116 0,-11-35-1365,72 234-5461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8:53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1 411 24575,'0'-42'0,"1"1"0,3-1 0,16-77 0,-13 90 0,-5 15 0,2-1 0,-1 1 0,2 0 0,0 0 0,11-21 0,-15 33 0,1 0 0,-1-1 0,1 1 0,-1 0 0,1 0 0,0 0 0,0 1 0,0-1 0,0 0 0,0 1 0,1 0 0,-1-1 0,0 1 0,1 0 0,-1 0 0,0 0 0,1 0 0,0 1 0,-1-1 0,1 1 0,-1-1 0,1 1 0,0 0 0,-1 0 0,1 0 0,-1 0 0,1 1 0,0-1 0,-1 1 0,1-1 0,-1 1 0,1 0 0,-1 0 0,1 0 0,-1 0 0,0 1 0,4 2 0,26 17 0,0 2 0,-2 1 0,0 1 0,50 58 0,-35-37 0,-27-28 0,148 164 0,-100-112-1365,-58-56-5461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8:55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1199 24575,'-746'-773'0,"615"635"0,111 113 0,1-1 0,1 0 0,-28-56 0,-4-31-1365,41 98-5461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8:56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102 596 24575,'-4'-50'0,"-1"0"0,-3 0 0,-1 1 0,-20-57 0,-16-84 0,45 187 0,-1 0 0,1 0 0,0 0 0,0 0 0,0 0 0,0 0 0,0 0 0,0 0 0,1 0 0,0 0 0,0 1 0,-1-1 0,2 0 0,-1 0 0,0 0 0,0 1 0,1-1 0,0 1 0,-1-1 0,4-2 0,-1 2 0,0-1 0,0 1 0,0 0 0,1 1 0,-1-1 0,1 1 0,0 0 0,-1 0 0,1 0 0,10-2 0,6 1 0,1 0 0,-1 2 0,1 0 0,34 3 0,-40 0 12,-1 1 0,0 0 0,0 1 0,0 0 0,-1 1 0,0 1 0,0 0 0,0 1 0,19 13 0,-15-8-224,-1 1 0,0 1 0,-1 1-1,-1 0 1,0 1 0,14 20 0,-13-13-6614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06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1245 24575,'-3'-2'0,"0"1"0,0-1 0,-1 0 0,1 0 0,0-1 0,1 1 0,-1-1 0,0 1 0,1-1 0,-1 0 0,1 0 0,0 0 0,0 0 0,0 0 0,-1-4 0,1 4 0,-10-19 0,2 0 0,0-1 0,1 0 0,1 0 0,1-1 0,-6-45 0,7 25 0,2-1 0,5-86 0,2 100 0,1 1 0,2 0 0,1 0 0,2 0 0,1 1 0,1 0 0,1 1 0,1 0 0,2 1 0,1 1 0,1 0 0,1 1 0,36-38 0,-12 20 0,3 2 0,1 2 0,2 2 0,2 2 0,1 3 0,56-28 0,-86 51 0,1 0 0,0 1 0,0 1 0,1 2 0,0 0 0,0 1 0,0 1 0,0 1 0,0 1 0,1 2 0,-1 0 0,39 7 0,-30-2 0,-1 2 0,0 1 0,0 1 0,-1 1 0,-1 2 0,0 1 0,-1 1 0,42 31 0,-19-6 0,-2 3 0,-2 2 0,-2 2 0,-3 1 0,55 80 0,-83-107 0,11 13 0,31 58 0,-49-78 0,-1 0 0,0 1 0,-2-1 0,1 1 0,-2 0 0,0 0 0,2 30 0,-4-22 0,-1 0 0,-1 0 0,-1 0 0,-1 0 0,-1 0 0,0-1 0,-2 1 0,-1-1 0,-1 0 0,-1-1 0,-1 0 0,0-1 0,-2 1 0,0-2 0,-29 35 0,17-25 0,-51 48 0,65-68 0,-1 0 0,0-2 0,0 1 0,-1-1 0,0-1 0,0 0 0,-1-1 0,-21 7 0,-2-3-341,0-2 0,0-1-1,-44 2 1,55-7-6485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0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24575,'1'0'0,"0"0"0,0 1 0,0-1 0,1 1 0,-1 0 0,0-1 0,0 1 0,0 0 0,0 0 0,0 0 0,0 0 0,0 0 0,0 0 0,-1 0 0,1 0 0,0 0 0,0 0 0,-1 0 0,1 0 0,-1 1 0,1-1 0,-1 0 0,0 0 0,1 1 0,-1-1 0,0 0 0,0 1 0,0-1 0,0 0 0,0 3 0,0 41 0,-17 23 0,13-55 0,1-1 0,0 1 0,0 0 0,-1 21 0,4-29 0,1-1 0,-1 1 0,1-1 0,0 1 0,0-1 0,0 1 0,1-1 0,-1 1 0,1-1 0,0 0 0,0 0 0,1 0 0,-1 0 0,1 0 0,0-1 0,0 1 0,5 3 0,17 14-91,2-1-1,0-1 1,2-1-1,0-2 1,43 18-1,-41-19-724,3 1-6010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1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1416 24575,'-119'-66'0,"-187"-137"0,199 128 0,58 40 0,2-2 0,2-2 0,1-2 0,3-2 0,1-1 0,2-2 0,2-2 0,3-1 0,-43-84 0,70 122 0,1 0 0,0-1 0,1 1 0,1-1 0,0 0 0,0 0 0,1-1 0,-1-19 0,4 24 0,0 1 0,0-1 0,0 0 0,1 1 0,0-1 0,0 1 0,1-1 0,0 1 0,1 0 0,-1 0 0,1 1 0,1-1 0,-1 1 0,10-10 0,12-12 0,2 2 0,1 1 0,0 1 0,2 1 0,1 2 0,1 1 0,0 2 0,2 1 0,-1 2 0,66-19 0,-32 16 0,0 3 0,1 3 0,1 3 0,139 1 0,-174 9 0,0 2 0,0 2 0,0 1 0,0 2 0,-1 1 0,0 1 0,-1 2 0,0 2 0,-1 1 0,-1 1 0,0 2 0,51 38 0,-70-44 0,1 0 0,-2 1 0,1 0 0,-2 1 0,0 0 0,-1 1 0,0 0 0,-1 0 0,0 1 0,-2 0 0,0 0 0,-1 1 0,6 26 0,-2 8 0,-2 0 0,-3 0 0,-1 66 0,-4-94 0,2 9 0,-1 0 0,-2 0 0,-1 0 0,-2-1 0,-1 1 0,-11 33 0,9-40-70,8-20-23,-1-1 1,-1 1-1,1 0 1,-1-1-1,1 1 1,-1-1-1,-1 0 1,1 0-1,-1 0 1,1 0-1,-1 0 1,0 0-1,-5 4 1,-10 3-6734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12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1 0,0-1 0,0 0 0,1 0 0,-1 0 0,0 0 0,0 0 0,0 0 0,0 0 0,0 1 0,0-1 0,1 0 0,-1 0 0,0 0 0,0 0 0,0 0 0,0 0 0,1 0 0,-1 0 0,0 0 0,0 0 0,0 0 0,0 0 0,1 0 0,-1 0 0,0 0 0,0 0 0,0 0 0,0 0 0,0 0 0,1 0 0,-1 0 0,0 0 0,0 0 0,0 0 0,0-1 0,0 1 0,1 0 0,-1 0 0,0 0 0,0 0 0,0 0 0,0 0 0,0 0 0,0-1 0,0 1 0,1 0 0,-1 0 0,0 0 0,0-1 0,8 17 0,1 17 0,2-1 0,1-1 0,1 0 0,20 33 0,-23-46 0,0-2 0,2 0 0,0 0 0,0-1 0,2 0 0,0-1 0,0-1 0,25 18 0,-33-27 0,0 0 0,-1-1 0,2 0 0,-1 0 0,0 0 0,0-1 0,1 0 0,-1 0 0,1-1 0,0 0 0,0 0 0,-1 0 0,1-1 0,0 0 0,0 0 0,-1-1 0,1 0 0,0 0 0,0-1 0,-1 1 0,1-2 0,-1 1 0,0-1 0,0 1 0,0-2 0,11-6 0,-5 1 0,-1-1 0,-1 0 0,0 0 0,0-1 0,-1 0 0,0-1 0,-1 0 0,0 0 0,-1 0 0,-1-1 0,9-24 0,-5 12-682,22-43-1,-23 53-6143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2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1217 24575,'-7'-62'0,"5"53"0,0 0 0,1 0 0,0 0 0,0 0 0,1 0 0,1 0 0,-1 0 0,1 0 0,4-13 0,6-11 0,3 0 0,0 0 0,2 2 0,38-56 0,97-108 0,-94 125 0,80-86 0,-113 134 0,0 0 0,1 2 0,1 1 0,42-23 0,7 4 0,2 4 0,107-33 0,171-23 0,-230 67 0,198-11 0,-245 32 0,0 3 0,1 3 0,130 24 0,-187-22 0,0 0 0,0 1 0,0 1 0,-1 1 0,-1 0 0,0 2 0,0 1 0,-1 0 0,0 1 0,-1 2 0,-1-1 0,0 2 0,-1 0 0,-1 1 0,0 1 0,-1 0 0,-1 1 0,-1 0 0,-1 1 0,0 1 0,-2-1 0,0 2 0,-2-1 0,0 1 0,-1 0 0,-2 0 0,3 25 0,-4-27 0,-1 0 0,-1 0 0,-1 0 0,-1 0 0,-1 0 0,-1 0 0,0 0 0,-1-1 0,-2 1 0,0-1 0,0 0 0,-2-1 0,-1 1 0,0-2 0,-1 1 0,-1-1 0,0-1 0,-15 17 0,-12 7 0,-1-2 0,-2-2 0,-2-1 0,-1-2 0,-2-3 0,0-1 0,-52 23 0,-362 133 0,395-162 0,48-16-195,-1-2 0,1 0 0,-1-1 0,0-1 0,-1 0 0,-30 0 0,29-4-6631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2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0 24575,'-158'153'0,"44"-58"0,113-95 0,0 1 0,0-1 0,1 1 0,-1 0 0,0-1 0,1 1 0,-1 0 0,0-1 0,1 1 0,-1 0 0,1 0 0,-1 0 0,1-1 0,-1 1 0,1 0 0,0 0 0,-1 0 0,1 0 0,0 0 0,0 0 0,0 0 0,0 0 0,0 0 0,0-1 0,0 1 0,0 0 0,0 0 0,0 0 0,0 0 0,1 0 0,-1 0 0,0 0 0,1 0 0,-1 0 0,1-1 0,-1 1 0,1 0 0,-1 0 0,1 0 0,-1-1 0,1 1 0,0 0 0,-1-1 0,1 1 0,0-1 0,1 2 0,5 2 0,0 1 0,1-1 0,0 0 0,12 3 0,-5 0 0,629 292-1365,-629-292-5461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06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1245 24575,'-3'-2'0,"0"1"0,0-1 0,-1 0 0,1 0 0,0-1 0,1 1 0,-1-1 0,0 1 0,1-1 0,-1 0 0,1 0 0,0 0 0,0 0 0,0 0 0,-1-4 0,1 4 0,-10-19 0,2 0 0,0-1 0,1 0 0,1 0 0,1-1 0,-6-45 0,7 25 0,2-1 0,5-86 0,2 100 0,1 1 0,2 0 0,1 0 0,2 0 0,1 1 0,1 0 0,1 1 0,1 0 0,2 1 0,1 1 0,1 0 0,1 1 0,36-38 0,-12 20 0,3 2 0,1 2 0,2 2 0,2 2 0,1 3 0,56-28 0,-86 51 0,1 0 0,0 1 0,0 1 0,1 2 0,0 0 0,0 1 0,0 1 0,0 1 0,0 1 0,1 2 0,-1 0 0,39 7 0,-30-2 0,-1 2 0,0 1 0,0 1 0,-1 1 0,-1 2 0,0 1 0,-1 1 0,42 31 0,-19-6 0,-2 3 0,-2 2 0,-2 2 0,-3 1 0,55 80 0,-83-107 0,11 13 0,31 58 0,-49-78 0,-1 0 0,0 1 0,-2-1 0,1 1 0,-2 0 0,0 0 0,2 30 0,-4-22 0,-1 0 0,-1 0 0,-1 0 0,-1 0 0,-1 0 0,0-1 0,-2 1 0,-1-1 0,-1 0 0,-1-1 0,-1 0 0,0-1 0,-2 1 0,0-2 0,-29 35 0,17-25 0,-51 48 0,65-68 0,-1 0 0,0-2 0,0 1 0,-1-1 0,0-1 0,0 0 0,-1-1 0,-21 7 0,-2-3-341,0-2 0,0-1-1,-44 2 1,55-7-6485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0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24575,'1'0'0,"0"0"0,0 1 0,0-1 0,1 1 0,-1 0 0,0-1 0,0 1 0,0 0 0,0 0 0,0 0 0,0 0 0,0 0 0,0 0 0,-1 0 0,1 0 0,0 0 0,0 0 0,-1 0 0,1 0 0,-1 1 0,1-1 0,-1 0 0,0 0 0,1 1 0,-1-1 0,0 0 0,0 1 0,0-1 0,0 0 0,0 3 0,0 41 0,-17 23 0,13-55 0,1-1 0,0 1 0,0 0 0,-1 21 0,4-29 0,1-1 0,-1 1 0,1-1 0,0 1 0,0-1 0,0 1 0,1-1 0,-1 1 0,1-1 0,0 0 0,0 0 0,1 0 0,-1 0 0,1 0 0,0-1 0,0 1 0,5 3 0,17 14-91,2-1-1,0-1 1,2-1-1,0-2 1,43 18-1,-41-19-724,3 1-6010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1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1416 24575,'-119'-66'0,"-187"-137"0,199 128 0,58 40 0,2-2 0,2-2 0,1-2 0,3-2 0,1-1 0,2-2 0,2-2 0,3-1 0,-43-84 0,70 122 0,1 0 0,0-1 0,1 1 0,1-1 0,0 0 0,0 0 0,1-1 0,-1-19 0,4 24 0,0 1 0,0-1 0,0 0 0,1 1 0,0-1 0,0 1 0,1-1 0,0 1 0,1 0 0,-1 0 0,1 1 0,1-1 0,-1 1 0,10-10 0,12-12 0,2 2 0,1 1 0,0 1 0,2 1 0,1 2 0,1 1 0,0 2 0,2 1 0,-1 2 0,66-19 0,-32 16 0,0 3 0,1 3 0,1 3 0,139 1 0,-174 9 0,0 2 0,0 2 0,0 1 0,0 2 0,-1 1 0,0 1 0,-1 2 0,0 2 0,-1 1 0,-1 1 0,0 2 0,51 38 0,-70-44 0,1 0 0,-2 1 0,1 0 0,-2 1 0,0 0 0,-1 1 0,0 0 0,-1 0 0,0 1 0,-2 0 0,0 0 0,-1 1 0,6 26 0,-2 8 0,-2 0 0,-3 0 0,-1 66 0,-4-94 0,2 9 0,-1 0 0,-2 0 0,-1 0 0,-2-1 0,-1 1 0,-11 33 0,9-40-70,8-20-23,-1-1 1,-1 1-1,1 0 1,-1-1-1,1 1 1,-1-1-1,-1 0 1,1 0-1,-1 0 1,1 0-1,-1 0 1,0 0-1,-5 4 1,-10 3-6734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39:12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1 0,0-1 0,0 0 0,1 0 0,-1 0 0,0 0 0,0 0 0,0 0 0,0 0 0,0 1 0,0-1 0,1 0 0,-1 0 0,0 0 0,0 0 0,0 0 0,0 0 0,1 0 0,-1 0 0,0 0 0,0 0 0,0 0 0,0 0 0,1 0 0,-1 0 0,0 0 0,0 0 0,0 0 0,0 0 0,0 0 0,1 0 0,-1 0 0,0 0 0,0 0 0,0 0 0,0-1 0,0 1 0,1 0 0,-1 0 0,0 0 0,0 0 0,0 0 0,0 0 0,0 0 0,0-1 0,0 1 0,1 0 0,-1 0 0,0 0 0,0-1 0,8 17 0,1 17 0,2-1 0,1-1 0,1 0 0,20 33 0,-23-46 0,0-2 0,2 0 0,0 0 0,0-1 0,2 0 0,0-1 0,0-1 0,25 18 0,-33-27 0,0 0 0,-1-1 0,2 0 0,-1 0 0,0 0 0,0-1 0,1 0 0,-1 0 0,1-1 0,0 0 0,0 0 0,-1 0 0,1-1 0,0 0 0,0 0 0,-1-1 0,1 0 0,0 0 0,0-1 0,-1 1 0,1-2 0,-1 1 0,0-1 0,0 1 0,0-2 0,11-6 0,-5 1 0,-1-1 0,-1 0 0,0 0 0,0-1 0,-1 0 0,0-1 0,-1 0 0,0 0 0,-1 0 0,-1-1 0,9-24 0,-5 12-682,22-43-1,-23 53-6143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2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702 1107 24575,'-6'0'0,"-51"0"0,-76-9 0,114 6 0,-1-1 0,1-1 0,0 0 0,0-2 0,1 0 0,0-1 0,-26-15 0,12 3 0,0-1 0,2-1 0,0-2 0,1-1 0,-29-33 0,45 43 0,1-1 0,1 0 0,1-1 0,0 0 0,1 0 0,0-1 0,2 0 0,0 0 0,1-1 0,1 0 0,-5-33 0,5 2 0,2 0 0,2-1 0,2 1 0,8-52 0,-6 91 0,0 0 0,1 0 0,0 0 0,1 0 0,0 1 0,1 0 0,0 0 0,0 1 0,1-1 0,0 1 0,1 1 0,0-1 0,0 1 0,1 1 0,0 0 0,11-8 0,4 0 0,0 0 0,0 2 0,1 0 0,1 2 0,44-13 0,134-26 0,-174 45 0,0 1 0,1 2 0,-1 1 0,59 5 0,-81-2 0,0 0 0,0 0 0,0 1 0,-1 0 0,1 0 0,-1 1 0,1 0 0,-1 0 0,0 1 0,-1 0 0,1 0 0,-1 1 0,0-1 0,0 1 0,8 12 0,6 11 0,-1 0 0,23 46 0,-24-41 0,10 19 40,-3 1 0,24 70 0,-42-100-205,0-1 0,-1 2 0,-1-1 0,-2 1 0,0-1 0,-2 1 0,-1 0 0,-3 27 0,-2-23-6661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2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24575,'-1'1'0,"0"-1"0,0 1 0,1 0 0,-1-1 0,0 1 0,0 0 0,1 0 0,-1-1 0,1 1 0,-1 0 0,1 0 0,-1 0 0,1 0 0,-1 0 0,1 0 0,0 0 0,-1 0 0,1 0 0,0 0 0,0 0 0,0 0 0,0 1 0,-5 32 0,5-28 0,-9 102 0,8 208 0,1-312 0,0 0 0,0-1 0,1 1 0,-1-1 0,1 1 0,0-1 0,0 0 0,0 1 0,0-1 0,0 0 0,1 0 0,0 1 0,0-1 0,-1 0 0,2-1 0,-1 1 0,0 0 0,1-1 0,-1 1 0,1-1 0,0 0 0,4 3 0,-3-3 0,0-1 0,0 0 0,0-1 0,0 1 0,0-1 0,0 1 0,0-1 0,0 0 0,0-1 0,0 1 0,0-1 0,0 0 0,0 0 0,0 0 0,0 0 0,0-1 0,0 1 0,-1-1 0,5-3 0,16-9-151,-1-1-1,-1-1 0,-1-1 0,0-1 1,-1-1-1,-1 0 0,-1-2 1,25-34-1,-23 23-6674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4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869 1323 24575,'-12'6'0,"-1"1"0,1-1 0,-1-1 0,-24 7 0,-3 1 0,25-8 0,0 0 0,0-2 0,0 1 0,-1-2 0,1 0 0,-1 0 0,0-2 0,1 0 0,-1-1 0,0 0 0,-25-7 0,19 2 0,1-1 0,-1-1 0,2-1 0,-1 0 0,1-2 0,0 0 0,-23-20 0,1-3 0,2-3 0,1-1 0,2-2 0,2-2 0,-58-89 0,85 118 0,1 1 0,0-1 0,1-1 0,1 1 0,0-1 0,0 0 0,2 0 0,0 0 0,0-1 0,1 1 0,1-1 0,0 1 0,1-1 0,1 0 0,5-27 0,-1 21 0,1-1 0,1 2 0,1-1 0,1 1 0,0 0 0,2 1 0,0 0 0,1 1 0,29-33 0,8-1 0,3 2 0,2 2 0,2 2 0,3 3 0,0 3 0,3 2 0,1 3 0,92-37 0,-118 58 0,1 1 0,0 3 0,55-10 0,-72 17 0,1 1 0,0 0 0,-1 2 0,1 0 0,0 2 0,0 0 0,36 10 0,-46-8 0,-1 1 0,1 1 0,-1 0 0,0 1 0,-1 0 0,1 0 0,-1 1 0,-1 0 0,0 1 0,0 0 0,0 1 0,-1 0 0,12 20 0,0 4 0,-1 0 0,-2 1 0,16 44 0,-13-27 0,-2 1 0,-2 0 0,-3 1 0,-2 0 0,-3 1 0,3 74 0,-11-98-115,2-19-10,-2 1 0,0 0 0,0 0 0,-1-1 0,-1 1 0,0 0 0,-1-1 0,0 0 0,-6 15 0,-3-9-6701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6 249 24575,'-2'108'0,"-1"-60"0,2-1 0,2 1 0,2 0 0,3-1 0,12 53 0,-16-91 0,1 1 0,1-1 0,0 0 0,0 0 0,0 0 0,1 0 0,1-1 0,-1 1 0,2-2 0,11 14 0,-15-19 0,0 0 0,0 0 0,0 0 0,0 0 0,1 0 0,-1-1 0,0 0 0,1 0 0,-1 0 0,1 0 0,0 0 0,-1 0 0,1-1 0,-1 0 0,1 0 0,0 0 0,-1 0 0,1-1 0,0 1 0,-1-1 0,1 0 0,-1 0 0,1 0 0,-1 0 0,0-1 0,1 0 0,-1 1 0,0-1 0,0 0 0,0 0 0,5-5 0,6-6 0,0 1 0,-1-2 0,0 0 0,-1 0 0,-1-1 0,17-29 0,50-109 0,-57 110 0,105-243 0,-74 163 0,-32 84-1365,-2 11-5461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1130 24575,'-20'0'0,"-1"-1"0,0 0 0,1-2 0,-1 0 0,-21-7 0,29 5 0,0 0 0,0-1 0,1 0 0,-1-1 0,1 0 0,1-1 0,-1-1 0,-13-12 0,14 10 0,0 0 0,0-1 0,1 0 0,0-1 0,1 0 0,1-1 0,0 1 0,1-2 0,0 1 0,1-1 0,1 0 0,0 0 0,1 0 0,1-1 0,0 0 0,1 1 0,1-1 0,1-23 0,-1 11 0,1 1 0,2 0 0,1-1 0,11-47 0,-10 62 0,0 0 0,1 0 0,1 0 0,0 1 0,1 0 0,1 0 0,-1 1 0,2-1 0,0 2 0,0-1 0,17-13 0,14-9 0,2 2 0,1 2 0,2 2 0,55-25 0,198-72 0,-256 108 0,-14 5 0,128-45 0,-131 49 0,0 1 0,1 0 0,-1 2 0,34-1 0,-49 6 0,1 0 0,-1 1 0,0 0 0,0 0 0,0 1 0,0 1 0,0-1 0,0 2 0,-1-1 0,0 1 0,0 1 0,0-1 0,0 2 0,-1-1 0,0 1 0,-1 0 0,0 1 0,12 14 0,-1 3 0,0 1 0,-2 0 0,-1 1 0,0 0 0,10 34 0,-11-21 0,-2 0 0,-2 1 0,-2 0 0,-1 1 0,0 43 0,-7 213 0,-2-221 0,2-67-68,0 15 166,-8 47 1,7-65-224,-1 0 1,0 0-1,0 0 1,-1 0-1,1-1 1,-2 1-1,1-1 1,-1 1-1,0-1 1,0-1-1,-5 7 1,-18 12-6702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5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47 24575,'-11'14'0,"1"0"0,0 1 0,1 1 0,0-1 0,2 1 0,0 1 0,0 0 0,2-1 0,0 2 0,-4 25 0,8-39 0,1 1 0,-1 0 0,1-1 0,-1 1 0,1-1 0,0 1 0,1 0 0,-1-1 0,1 1 0,0-1 0,0 1 0,1-1 0,-1 0 0,3 6 0,-2-7 0,1 0 0,-1-1 0,1 1 0,-1 0 0,1-1 0,0 1 0,0-1 0,0 0 0,0 0 0,0 0 0,0 0 0,1-1 0,-1 1 0,1-1 0,-1 0 0,1 0 0,7 1 0,11 1 0,0-1 0,0-1 0,0-1 0,0-1 0,0 0 0,1-2 0,36-10 0,149-55 0,-177 56 0,-30 12 0,49-17 0,-2-3 0,0-1 0,80-50 0,-122 67-85,-1 0 0,1-1-1,-1 1 1,0-1 0,-1-1-1,1 1 1,-1 0 0,0-1-1,0 0 1,-1 0 0,0 0-1,0-1 1,0 1 0,-1 0-1,3-14 1,1-16-6741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7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1532 24575,'-8'0'0,"0"-1"0,0 0 0,0 0 0,0 0 0,0-1 0,0 0 0,1-1 0,-1 0 0,1 0 0,0 0 0,0-1 0,0 0 0,-9-8 0,6 4 0,1-1 0,-1 0 0,2-1 0,-1 0 0,2 0 0,-1-1 0,-9-18 0,3-3 0,0 0 0,3 0 0,0-1 0,3 0 0,-7-47 0,8 33 0,2 0 0,2-1 0,7-92 0,0 105 0,2 1 0,1 0 0,2 0 0,1 1 0,1 0 0,20-37 0,-4 18 0,2 0 0,3 2 0,2 1 0,72-80 0,-78 99 0,2 2 0,1 0 0,2 2 0,0 2 0,1 1 0,2 2 0,65-30 0,-82 43 0,1 2 0,-1 0 0,1 1 0,0 1 0,1 1 0,-1 1 0,0 0 0,1 2 0,-1 0 0,1 2 0,-1 0 0,0 1 0,0 1 0,0 1 0,0 1 0,-1 0 0,35 18 0,-34-14 0,-1 2 0,0 0 0,-1 1 0,0 1 0,-2 1 0,1 0 0,-2 2 0,0-1 0,-1 2 0,0 0 0,-2 0 0,0 1 0,-1 1 0,-1 0 0,-1 0 0,7 25 0,-1 9 0,-2 2 0,-3-1 0,-2 1 0,-2 1 0,-3 68 0,-7-27 0,-4 0 0,-23 111 0,26-182-170,0-1-1,-2 0 0,-1-1 1,0 1-1,-2-1 0,-1-1 1,-16 25-1,-5-5-6655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2:4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10 24575,'-1'-1'0,"1"1"0,0-1 0,0 1 0,0 0 0,0-1 0,0 1 0,-1-1 0,1 1 0,0-1 0,0 1 0,-1 0 0,1-1 0,0 1 0,-1 0 0,1-1 0,0 1 0,-1 0 0,1-1 0,-1 1 0,1 0 0,0 0 0,-1 0 0,1-1 0,-1 1 0,1 0 0,-1 0 0,1 0 0,-1 0 0,1 0 0,-1 0 0,1 0 0,-1 0 0,1 0 0,0 0 0,-1 0 0,1 0 0,-1 0 0,1 0 0,-1 0 0,1 0 0,-1 1 0,1-1 0,-1 0 0,1 0 0,0 1 0,-1-1 0,1 0 0,0 0 0,-1 1 0,1-1 0,0 0 0,-1 1 0,1-1 0,-1 1 0,-3 7 0,0 0 0,1 0 0,0 1 0,0-1 0,1 1 0,0-1 0,1 1 0,0 0 0,0 0 0,1 15 0,-2-1 0,0-3 0,-1 9 0,1 0 0,1 0 0,2 0 0,1 1 0,5 28 0,-6-52 0,0 0 0,1 0 0,0-1 0,0 1 0,0 0 0,1-1 0,-1 1 0,2-1 0,-1 0 0,0 0 0,1 0 0,0 0 0,0-1 0,0 1 0,1-1 0,0 0 0,-1 0 0,1-1 0,0 0 0,1 0 0,-1 0 0,1 0 0,-1-1 0,1 0 0,0 0 0,0 0 0,0-1 0,0 0 0,0 0 0,8 0 0,1-1 0,1-1 0,-1 0 0,1-1 0,-1-1 0,0 0 0,0-1 0,0 0 0,-1-2 0,0 1 0,17-10 0,18-13 0,66-48 0,-76 48 0,-2 3-120,-2 2 246,35-30 1,-62 46-277,0-1 0,0 0 0,0-1 0,-1 1 1,0-1-1,-1-1 0,0 1 0,0-1 1,4-11-1,0-10-6676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02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1549 24575,'-1'-6'0,"-1"1"0,0 0 0,0 0 0,0 0 0,0 0 0,-1 0 0,0 1 0,-3-5 0,-7-12 0,-30-61 0,18 38 0,2-1 0,-29-84 0,28 43 0,-19-129 0,36 160 0,3-1 0,2-1 0,7-87 0,-1 111 0,1 0 0,2 1 0,1 0 0,1 0 0,2 1 0,1 0 0,19-33 0,-18 41 0,2 1 0,0 0 0,1 1 0,1 1 0,1 0 0,1 2 0,1 0 0,0 1 0,44-27 0,-49 35 0,1 2 0,0 0 0,1 1 0,-1 0 0,1 2 0,0 0 0,1 0 0,-1 2 0,1 0 0,-1 1 0,1 1 0,-1 0 0,1 2 0,20 3 0,18 7 0,0 1 0,105 42 0,-89-27 0,113 63 0,-153-72 0,-1 0 0,-2 2 0,0 2 0,-1 0 0,44 49 0,-63-59 0,0 0 0,0 1 0,-1 0 0,-1 1 0,0-1 0,-1 1 0,-1 1 0,0-1 0,-1 1 0,3 31 0,-3-10 0,-2 0 0,-2 0 0,-7 62 0,3-76 0,0 0 0,-2 0 0,0 0 0,-2-1 0,-13 29 0,-63 99 0,29-55 0,48-86 0,0 0 0,0 0 0,0 0 0,-1-1 0,-1 0 0,1-1 0,-1 0 0,-1 0 0,1-1 0,-17 8 0,12-6 0,0 1 0,0 0 0,-16 16 0,25-21 0,1 0 0,0 1 0,1 0 0,-1-1 0,1 1 0,0 1 0,0-1 0,1 0 0,-1 1 0,1 0 0,0-1 0,1 1 0,-2 7 0,0 13-1365,3-4-5461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0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24575,'0'67'0,"-2"-14"0,3-1 0,1 0 0,18 89 0,-13-109 0,33 113 0,-36-132 0,1 1 0,1-1 0,1 0 0,0-1 0,0 0 0,1 0 0,18 21 0,-26-33 0,1 1 0,0 0 0,-1-1 0,1 1 0,0 0 0,-1-1 0,1 1 0,0-1 0,-1 1 0,1-1 0,0 0 0,0 1 0,0-1 0,-1 0 0,1 1 0,0-1 0,0 0 0,0 0 0,0 0 0,0 0 0,0 0 0,-1 0 0,1 0 0,0 0 0,0 0 0,0 0 0,0 0 0,0-1 0,-1 1 0,1 0 0,0-1 0,0 1 0,0 0 0,-1-1 0,1 1 0,0-1 0,-1 0 0,1 1 0,0-1 0,-1 1 0,1-1 0,0 0 0,-1 1 0,1-2 0,20-38 0,-19 34 0,25-62 0,-2-1 0,-4-1 0,24-140 0,-44 204-195,-1 1 0,2-1 0,-1 0 0,1 1 0,0-1 0,4-9 0,5-1-6631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46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1511 24575,'-6'-1'0,"0"-1"0,0 1 0,0-1 0,0-1 0,0 1 0,1-1 0,-1 0 0,1-1 0,-1 1 0,1-1 0,0 0 0,-4-5 0,-14-9 0,-15-7 0,-41-37 0,67 51 0,0-1 0,1-1 0,0 1 0,1-2 0,1 1 0,-14-27 0,-17-47 0,4-1 0,-27-100 0,59 172 0,0 0 0,2 0 0,0 0 0,1 0 0,0-1 0,1 1 0,1-1 0,1 1 0,5-25 0,4 2 0,1 2 0,30-66 0,-29 77 0,2 0 0,1 1 0,1 1 0,0 1 0,2 1 0,38-37 0,-10 19 0,1 1 0,63-39 0,-62 51 0,2 2 0,1 2 0,1 2 0,1 3 0,63-13 0,-99 27 0,0 1 0,0 0 0,1 1 0,-1 1 0,1 1 0,-1 1 0,0 0 0,1 1 0,-1 1 0,0 1 0,0 1 0,19 7 0,-15-3 0,-2 1 0,1 1 0,-1 0 0,-1 2 0,0 0 0,0 1 0,-2 1 0,0 1 0,20 23 0,-28-27 0,0 0 0,0 1 0,-1 0 0,-1 0 0,0 1 0,-1 0 0,-1 0 0,0 1 0,0-1 0,-2 1 0,3 20 0,-1 14 0,-3 1 0,-4 56 0,0-57 0,-1-20-124,-1-1 0,-1 1 0,-2-1 0,-1-1 0,-1 1 0,-1-2-1,-1 1 1,-1-1 0,-2-1 0,-28 40 0,16-26-6702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47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24575,'-1'119'0,"2"130"0,-1-242 0,1-1 0,0 0 0,0 1 0,0-1 0,0 0 0,1 0 0,0 0 0,1 0 0,-1 0 0,4 6 0,-5-11 0,0 0 0,0 0 0,0 0 0,0 0 0,0 0 0,0 0 0,0 0 0,1 0 0,-1 0 0,0 0 0,0-1 0,1 1 0,-1 0 0,1-1 0,-1 1 0,0-1 0,1 0 0,2 1 0,-1-1 0,-1 0 0,1-1 0,-1 1 0,1-1 0,-1 1 0,1-1 0,-1 0 0,1 0 0,-1 0 0,0-1 0,1 1 0,-1 0 0,0-1 0,3-2 0,26-23 59,54-60 1,-57 56-802,63-54 0,-62 63-6084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1075 1924 24575,'-5'-1'0,"1"0"0,-1 0 0,0 0 0,0-1 0,0 1 0,1-1 0,-1 0 0,1 0 0,-1-1 0,1 1 0,0-1 0,0 0 0,0 0 0,1-1 0,-1 1 0,1-1 0,-1 0 0,-3-5 0,-9-14 0,1 0 0,-15-30 0,10 16 0,-91-169 0,16 27 0,-2-5 0,52 94 0,-63-93 0,82 141 0,3-1 0,-35-89 0,-3-6 0,-85-157 0,100 194 0,36 74 0,-2 0 0,-2 0 0,-16-26 0,30 53-24,-1-1 0,1 1 0,0-1 0,0 1 0,0-1 1,0 1-1,0-1 0,-1 1 0,1-1 0,0 1 0,-1 0 0,1-1 0,0 1 0,0 0 0,-1-1 0,1 1 0,-1 0 0,1-1 0,0 1 0,-1 0 0,1-1 0,-1 1 0,1 0 0,-1 0 0,1 0 0,0 0 1,-1-1-1,1 1 0,-1 0 0,1 0 0,-1 0 0,1 0 0,-1 0 0,1 0 0,-1 0 0,1 0 0,-1 0 0,1 0 0,-1 1 0,1-1 0,-1 0 0,1 0 0,-1 0 0,1 0 0,0 1 0,-1-1 0,1 0 1,-1 1-1,1-1 0,0 0 0,-1 1 0,1-1 0,0 0 0,-1 1 0,1-1 0,-1 1 0,-5 14-6802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1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77 517 24575,'-1'-1'0,"0"0"0,0 0 0,0 0 0,-1 0 0,1 0 0,1 0 0,-1 0 0,0 0 0,0 0 0,0-1 0,1 1 0,-1 0 0,0-1 0,1 1 0,0-1 0,-1 1 0,1 0 0,0-1 0,-1 1 0,1-1 0,0 1 0,0-3 0,0 0 0,-25-121 0,13 78 0,3-1 0,-6-86 0,15 129 0,0 0 0,0 0 0,0 0 0,1 1 0,0-1 0,0 0 0,0 0 0,0 1 0,1-1 0,0 1 0,0-1 0,0 1 0,0 0 0,1 0 0,0 0 0,-1 0 0,2 0 0,-1 0 0,0 1 0,7-6 0,-3 5 0,0 0 0,0 0 0,0 1 0,0 0 0,1 0 0,-1 1 0,1 0 0,0 0 0,0 1 0,-1 0 0,16 0 0,-10 1-54,0 0-1,-1 1 0,1 1 1,0 0-1,-1 1 1,1 0-1,-1 1 0,0 0 1,0 1-1,-1 1 1,1-1-1,-1 2 0,0 0 1,-1 0-1,0 1 0,0 0 1,0 1-1,-1 0 1,0 0-1,-1 1 0,0 0 1,-1 0-1,0 1 1,9 20-1,-2 5-6771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2433 24575,'-2'1'0,"1"-1"0,0 0 0,0-1 0,-1 1 0,1 0 0,0 0 0,0 0 0,0-1 0,-1 1 0,1-1 0,0 1 0,0-1 0,0 1 0,0-1 0,0 0 0,0 1 0,0-1 0,0 0 0,0 0 0,0 0 0,0 0 0,0 1 0,1-1 0,-2-2 0,1 1 0,0-1 0,0 0 0,1 1 0,-1-1 0,1 0 0,-1 1 0,1-1 0,0 0 0,0 0 0,0-4 0,3-9 0,0 1 0,1-1 0,7-17 0,-7 21 0,51-155 0,82-173 0,67-77 0,299-457 0,-284 560 0,-178 257 2,-26 33-458,2 1 1,31-34-1,-26 38-6370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24 274 24575,'-1'1'0,"0"-1"0,0 0 0,0 0 0,0 0 0,1 0 0,-1 0 0,0-1 0,0 1 0,0 0 0,0 0 0,1 0 0,-1-1 0,0 1 0,0-1 0,0 1 0,1 0 0,-1-1 0,0 1 0,1-1 0,-1 1 0,0-1 0,1 0 0,-1 1 0,1-1 0,-1 0 0,1 1 0,-1-1 0,1 0 0,-1 0 0,1 1 0,0-1 0,-1 0 0,1 0 0,0 0 0,0 0 0,0 1 0,0-1 0,0 0 0,0 0 0,0 0 0,0 0 0,0 0 0,0 1 0,0-1 0,0 0 0,0 0 0,1 0 0,-1-1 0,2-4 0,1 0 0,-1 0 0,1 1 0,-1-1 0,8-9 0,2-4 0,2 1 0,0 1 0,1 0 0,1 1 0,0 1 0,1 1 0,1 0 0,0 1 0,1 1 0,0 0 0,35-14 0,-51 25 0,1-1 0,-1 1 0,1 0 0,0 0 0,-1 0 0,1 1 0,0-1 0,-1 1 0,1 0 0,0 0 0,0 0 0,-1 0 0,1 1 0,0-1 0,-1 1 0,1 0 0,0 0 0,-1 1 0,1-1 0,5 4 0,-5-1 0,0-1 0,0 1 0,-1 0 0,0 0 0,0 0 0,0 0 0,0 0 0,-1 1 0,1-1 0,-1 1 0,-1 0 0,1-1 0,1 9 0,3 14 0,-3 0 0,0 1 0,-1-1 0,-4 41 0,2-64 0,-2 38-1365,0-7-5461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7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1313 24575,'33'0'0,"1"-2"0,0-1 0,-1-2 0,1-1 0,-1-2 0,-1-1 0,47-20 0,155-88 0,-62 27 0,134-66 0,140-62 0,488-185 0,-918 396 0,53-24 0,-10 4 0,115-36 0,-136 50 24,-1-1-1,41-21 1,-52 21-264,1 2 1,0 1 0,0 1-1,1 1 1,48-9 0,-43 15-6587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24575,'13'0'0,"13"0"0,11 0 0,12 0 0,2 8 0,-7 13 0,-12 15 0,-10 5 0,-10 6 0,-7-2 0,-12 5 0,-15 3 0,-7-8 0,-8-12 0,2-11-8191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24575,'0'-2'0,"1"0"0,-1-1 0,1 1 0,0 0 0,-1-1 0,1 1 0,0 0 0,1 0 0,-1 0 0,0 0 0,1 0 0,-1 0 0,1 0 0,-1 0 0,1 1 0,0-1 0,0 1 0,0-1 0,3-1 0,45-24 0,-43 24 0,60-24 0,95-25 0,-22 8 0,-84 24 0,1 2 0,1 2 0,0 3 0,120-11 0,357 28 0,-494 0 0,1 2 0,-1 2 0,-1 1 0,1 2 0,38 17 0,186 95 0,-175-64 131,-12-7-1627,-50-37-5330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3:59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1 404 24575,'15'2'0,"0"0"0,0 1 0,16 6 0,-8-2 0,1-2 0,-1 0 0,1-1 0,26 0 0,-44-3 0,0-1 0,-1-1 0,1 1 0,0-1 0,0 0 0,-1 0 0,1-1 0,0 0 0,-1 0 0,0 0 0,1 0 0,-1-1 0,0 0 0,0 0 0,0 0 0,-1-1 0,1 0 0,-1 1 0,0-2 0,0 1 0,0 0 0,4-9 0,-1 3-41,-1-1 0,-1 1-1,0-2 1,-1 1-1,0 0 1,-1-1 0,0 0-1,0 0 1,-1 0 0,-1 0-1,0 0 1,-1 0-1,0 0 1,-1 0 0,-1 0-1,1 0 1,-2 0 0,0 0-1,0 0 1,-1 1-1,0 0 1,-1 0 0,-1 0-1,1 0 1,-2 1 0,0 0-1,0 0 1,0 0-1,-1 1 1,-1 1 0,1-1-1,-13-8 1,2 5-6785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34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604 1241 24575,'-46'0'0,"0"-2"0,-51-9 0,76 7 0,0-1 0,1-1 0,0-1 0,0-1 0,1 0 0,-37-22 0,37 17 0,1 0 0,0-2 0,0 0 0,1 0 0,1-2 0,1 0 0,1-1 0,0 0 0,1-1 0,1-1 0,-13-28 0,18 32 0,0-1 0,1-1 0,1 1 0,1-1 0,0 0 0,2 0 0,0 0 0,1 0 0,0 0 0,2 0 0,0-1 0,1 1 0,1 0 0,1 1 0,5-19 0,-3 21 0,0 0 0,2 0 0,-1 1 0,2 0 0,0 1 0,0-1 0,1 2 0,22-22 0,10-4 0,55-40 0,-27 24 0,-26 18 0,2 2 0,1 2 0,2 2 0,0 2 0,2 3 0,1 1 0,1 3 0,1 3 0,104-23 0,-111 32 0,1 2 0,-1 2 0,1 2 0,0 3 0,71 7 0,-109-6 0,-1 1 0,0 0 0,0 1 0,0 0 0,0 0 0,0 1 0,0 0 0,-1 1 0,0-1 0,0 2 0,0-1 0,0 1 0,-1 0 0,0 1 0,-1 0 0,1 0 0,-1 0 0,0 1 0,-1 0 0,0 0 0,0 0 0,-1 0 0,0 1 0,0 0 0,-1 0 0,-1 0 0,1 0 0,-1 1 0,-1-1 0,1 12 0,1 0 0,-2 1 0,0-1 0,-2 1 0,0-1 0,-2 0 0,0 0 0,-1 0 0,-1 0 0,-1 0 0,-1-1 0,-1 0 0,0-1 0,-2 0 0,0 0 0,-1-1 0,-1 0 0,-18 22 0,-57 75-1365,63-79-5461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35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24575,'-2'122'0,"6"131"0,-4-249 0,0-1 0,0 1 0,1-1 0,0 1 0,-1-1 0,1 0 0,1 1 0,-1-1 0,0 0 0,1 0 0,0 0 0,-1 0 0,1 0 0,1 0 0,-1 0 0,0-1 0,1 1 0,4 3 0,-4-4 0,-1-1 0,1 0 0,1 0 0,-1 0 0,0 0 0,0 0 0,0-1 0,0 1 0,1-1 0,-1 0 0,0 0 0,0 0 0,0-1 0,1 1 0,-1-1 0,0 1 0,0-1 0,0 0 0,0 0 0,4-3 0,19-9-124,0-1 0,-1-2 0,0-1 0,-1 0 0,-2-2 0,1-1-1,-2 0 1,-1-2 0,-1 0 0,30-46 0,-33 42-6702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37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724 539 24575,'-29'0'0,"-9"1"0,-50-7 0,74 4 0,0-1 0,1 0 0,-1-1 0,1 0 0,0-1 0,0-1 0,-14-7 0,-4-7 0,0-1 0,2-1 0,0-1 0,-46-49 0,30 19 0,-64-95 0,28 44-1365,63 73-5461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37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162 416 24575,'-13'-15'0,"0"0"0,1-1 0,0-1 0,2 0 0,-13-24 0,-34-96 0,53 126 0,0 2 0,1 1 0,1-1 0,-1 0 0,1 0 0,1 0 0,-1-14 0,2 20 0,0 1 0,0-1 0,0 0 0,1 1 0,-1-1 0,1 1 0,0-1 0,0 1 0,0-1 0,0 1 0,0-1 0,0 1 0,1 0 0,-1 0 0,1-1 0,-1 1 0,1 0 0,0 1 0,0-1 0,0 0 0,0 0 0,0 1 0,1-1 0,-1 1 0,0 0 0,1 0 0,2-1 0,4-1 0,0 0 0,0 1 0,1 1 0,-1-1 0,0 2 0,1-1 0,-1 1 0,1 1 0,-1-1 0,0 2 0,12 2 0,17 5 0,50 20 0,-50-15 0,63 26 62,-61-23-776,63 18 1,-69-27-6113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3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662 401 24575,'-14'-3'0,"-1"1"0,1-2 0,0 0 0,0-1 0,1 0 0,-1-1 0,1-1 0,1 0 0,-15-10 0,-19-8 0,-245-148 0,234 137 0,38 23-273,1-1 0,0-1 0,1 0 0,-18-21 0,24 23-6553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39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52 354 24575,'-2'0'0,"-1"-1"0,1 0 0,0 1 0,-1-1 0,1 0 0,0 0 0,0 0 0,0 0 0,0-1 0,0 1 0,0 0 0,0-1 0,0 0 0,1 1 0,-1-1 0,1 0 0,-1 0 0,1 0 0,-1 0 0,1 0 0,0 0 0,0 0 0,0 0 0,0 0 0,1-1 0,-1 1 0,0 0 0,1-1 0,0 1 0,-1-4 0,-1-9 0,0-1 0,1 0 0,1-16 0,0 23 0,1 0 0,-1 0 0,2 0 0,-1 0 0,1 1 0,1-1 0,-1 1 0,2-1 0,-1 1 0,1 0 0,0 0 0,1 0 0,0 1 0,0 0 0,0-1 0,1 2 0,10-10 0,-7 8 0,1 1 0,1 0 0,-1 1 0,1 0 0,0 1 0,0 0 0,0 1 0,1 0 0,0 0 0,0 2 0,0-1 0,18 0 0,-5 2 0,1 1 0,0 1 0,-1 1 0,1 2 0,-1 0 0,33 11 0,146 59 0,-170-61 0,78 27-1365,-65-27-5461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40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803 404 24575,'-27'-3'0,"0"0"0,0-2 0,0 0 0,1-2 0,0-1 0,0-2 0,-31-15 0,-34-11 0,50 20 0,0-2 0,1-2 0,-46-31 0,-104-84 0,162 114 0,4 0-1365,5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4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136 415 24575,'-5'0'0,"1"0"0,-1-1 0,0 1 0,1-1 0,-1 0 0,1 0 0,-1 0 0,1-1 0,0 0 0,-1 0 0,1 0 0,0 0 0,0 0 0,1-1 0,-1 0 0,-6-6 0,5 3 0,0 0 0,0 0 0,1 0 0,0-1 0,0 0 0,1 0 0,0 0 0,0 0 0,-2-11 0,0-6 0,0 0 0,2 0 0,1 0 0,1-1 0,4-37 0,-2 57 0,0 0 0,0-1 0,0 1 0,1 0 0,0 0 0,0 0 0,1 0 0,-1 0 0,1 0 0,0 0 0,0 1 0,1 0 0,0-1 0,-1 1 0,1 1 0,0-1 0,1 0 0,-1 1 0,1 0 0,-1 0 0,1 1 0,0-1 0,0 1 0,0 0 0,1 0 0,-1 0 0,7 0 0,6-3 0,0 2 0,0 0 0,0 1 0,0 1 0,0 1 0,0 0 0,22 4 0,-23-1 0,1 1 0,0 1 0,-1 1 0,0 0 0,0 1 0,16 10 0,93 62 0,-17-9 0,-9-14-1365,-66-32-5461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42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709 538 24575,'-18'-1'0,"0"-1"0,0-1 0,1-1 0,-1 0 0,1-1 0,0-1 0,0-1 0,1 0 0,0-1 0,-24-16 0,-15-14 0,-71-62 0,124 98 0,-59-50-341,2-2 0,2-3-1,-59-77 1,95 104-6485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42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78 370 24575,'-21'-27'0,"12"9"0,0-1 0,1 0 0,1-1 0,1 0 0,1 0 0,1 0 0,0 0 0,2-1 0,0 1 0,1-1 0,2-21 0,0 38 0,0 1 0,0-1 0,0 0 0,1 0 0,-1 1 0,1-1 0,0 1 0,0-1 0,0 1 0,0 0 0,1 0 0,-1 0 0,1 0 0,0 0 0,0 0 0,0 1 0,0-1 0,0 1 0,1 0 0,-1 0 0,1 0 0,-1 1 0,1-1 0,0 1 0,0 0 0,-1 0 0,8-1 0,10-1 0,-1 1 0,1 0 0,0 2 0,21 1 0,-26 0 0,11 2-170,0 1-1,0 1 0,-1 1 1,0 1-1,0 2 0,-1 0 1,39 22-1,-33-16-6655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44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525 389 24575,'1'-16'0,"-1"1"0,-1-1 0,0 0 0,-1 1 0,-1-1 0,0 1 0,-1 0 0,-1 0 0,0 0 0,-1 0 0,-1 1 0,0 0 0,-1 0 0,-1 1 0,-11-15 0,8 13 0,0 1 0,-1 0 0,-1 1 0,-27-21 0,32 28 0,0 1 0,-1-1 0,0 2 0,0 0 0,0 0 0,-1 0 0,1 2 0,-1-1 0,-18-1 0,-167 0-1365,158 5-5461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46:44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152 360 24575,'-7'-1'0,"1"1"0,-1-1 0,0 0 0,0 0 0,0-1 0,1 0 0,-1 0 0,1 0 0,-1-1 0,1 0 0,0-1 0,0 1 0,0-1 0,1 0 0,-1 0 0,1-1 0,0 0 0,0 0 0,-6-8 0,8 9 0,1-1 0,-1 1 0,0-1 0,1 0 0,0 0 0,0 0 0,1 0 0,-1 0 0,1 0 0,0 0 0,0 0 0,1-1 0,0 1 0,0 0 0,0 0 0,0-1 0,1 1 0,0 0 0,0 0 0,0-1 0,1 1 0,0 0 0,0 1 0,0-1 0,5-9 0,-1 7 0,-1-1 0,1 0 0,0 1 0,1 0 0,-1 1 0,1-1 0,1 1 0,-1 1 0,1-1 0,0 1 0,1 1 0,-1-1 0,1 1 0,-1 1 0,1 0 0,16-4 0,10 1 0,0 2 0,0 1 0,45 2 0,-38 1 0,48-7 0,-67 4-455,1-2 0,28-10 0,-17 1-6371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21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1549 24575,'-1'-6'0,"-1"1"0,0 0 0,0 0 0,0 0 0,0 0 0,-1 0 0,0 1 0,-3-5 0,-7-12 0,-30-61 0,18 38 0,2-1 0,-29-84 0,28 43 0,-19-129 0,36 160 0,3-1 0,2-1 0,7-87 0,-1 111 0,1 0 0,2 1 0,1 0 0,1 0 0,2 1 0,1 0 0,19-33 0,-18 41 0,2 1 0,0 0 0,1 1 0,1 1 0,1 0 0,1 2 0,1 0 0,0 1 0,44-27 0,-49 35 0,1 2 0,0 0 0,1 1 0,-1 0 0,1 2 0,0 0 0,1 0 0,-1 2 0,1 0 0,-1 1 0,1 1 0,-1 0 0,1 2 0,20 3 0,18 7 0,0 1 0,105 42 0,-89-27 0,113 63 0,-153-72 0,-1 0 0,-2 2 0,0 2 0,-1 0 0,44 49 0,-63-59 0,0 0 0,0 1 0,-1 0 0,-1 1 0,0-1 0,-1 1 0,-1 1 0,0-1 0,-1 1 0,3 31 0,-3-10 0,-2 0 0,-2 0 0,-7 62 0,3-76 0,0 0 0,-2 0 0,0 0 0,-2-1 0,-13 29 0,-63 99 0,29-55 0,48-86 0,0 0 0,0 0 0,0 0 0,-1-1 0,-1 0 0,1-1 0,-1 0 0,-1 0 0,1-1 0,-17 8 0,12-6 0,0 1 0,0 0 0,-16 16 0,25-21 0,1 0 0,0 1 0,1 0 0,-1-1 0,1 1 0,0 1 0,0-1 0,1 0 0,-1 1 0,1 0 0,0-1 0,1 1 0,-2 7 0,0 13-1365,3-4-5461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21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24575,'0'67'0,"-2"-14"0,3-1 0,1 0 0,18 89 0,-13-109 0,33 113 0,-36-132 0,1 1 0,1-1 0,1 0 0,0-1 0,0 0 0,1 0 0,18 21 0,-26-33 0,1 1 0,0 0 0,-1-1 0,1 1 0,0 0 0,-1-1 0,1 1 0,0-1 0,-1 1 0,1-1 0,0 0 0,0 1 0,0-1 0,-1 0 0,1 1 0,0-1 0,0 0 0,0 0 0,0 0 0,0 0 0,0 0 0,-1 0 0,1 0 0,0 0 0,0 0 0,0 0 0,0 0 0,0-1 0,-1 1 0,1 0 0,0-1 0,0 1 0,0 0 0,-1-1 0,1 1 0,0-1 0,-1 0 0,1 1 0,0-1 0,-1 1 0,1-1 0,0 0 0,-1 1 0,1-2 0,20-38 0,-19 34 0,25-62 0,-2-1 0,-4-1 0,24-140 0,-44 204-195,-1 1 0,2-1 0,-1 0 0,1 1 0,0-1 0,4-9 0,5-1-6631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21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24575,'0'-2'0,"1"0"0,-1-1 0,1 1 0,0 0 0,-1-1 0,1 1 0,0 0 0,1 0 0,-1 0 0,0 0 0,1 0 0,-1 0 0,1 0 0,-1 0 0,1 1 0,0-1 0,0 1 0,0-1 0,3-1 0,45-24 0,-43 24 0,60-24 0,95-25 0,-22 8 0,-84 24 0,1 2 0,1 2 0,0 3 0,120-11 0,357 28 0,-494 0 0,1 2 0,-1 2 0,-1 1 0,1 2 0,38 17 0,186 95 0,-175-64 131,-12-7-1627,-50-37-5330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21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1 404 24575,'15'2'0,"0"0"0,0 1 0,16 6 0,-8-2 0,1-2 0,-1 0 0,1-1 0,26 0 0,-44-3 0,0-1 0,-1-1 0,1 1 0,0-1 0,0 0 0,-1 0 0,1-1 0,0 0 0,-1 0 0,0 0 0,1 0 0,-1-1 0,0 0 0,0 0 0,0 0 0,-1-1 0,1 0 0,-1 1 0,0-2 0,0 1 0,0 0 0,4-9 0,-1 3-41,-1-1 0,-1 1-1,0-2 1,-1 1-1,0 0 1,-1-1 0,0 0-1,0 0 1,-1 0 0,-1 0-1,0 0 1,-1 0-1,0 0 1,-1 0 0,-1 0-1,1 0 1,-2 0 0,0 0-1,0 0 1,-1 1-1,0 0 1,-1 0 0,-1 0-1,1 0 1,-2 1 0,0 0-1,0 0 1,0 0-1,-1 1 1,-1 1 0,1-1-1,-13-8 1,2 5-6785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5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24575,'4'0'0,"2"-9"0,0-3-8191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58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0 705 24575,'27'-17'0,"0"0"0,-2-2 0,0-1 0,34-34 0,9-8 0,121-91 0,69-58 0,-202 168 10,-43 34-239,0 0 0,0-1 0,-1 0-1,-1-1 1,20-24 0,-16 10-6597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1:59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24575,'0'-4'0,"9"-15"0,20-17 0,14-3 0,8 2 0,9 6 0,3 9 0,-1 25 0,-11 22 0,-13 10 0,-15 12 0,-10 4 0,-7 0 0,-5-3 0,-3 3 0,-1 1 0,0-7-8191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0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0 645 24575,'6'-1'0,"-1"0"0,1 0 0,-1 0 0,1-1 0,-1 1 0,1-1 0,-1-1 0,0 1 0,0-1 0,0 0 0,-1 0 0,1 0 0,-1-1 0,6-5 0,9-10 0,30-37 0,-33 37 0,7-14 0,-1 0 0,-2-1 0,26-57 0,7-15 0,-39 81-273,-1 0 0,-2-1 0,0 0 0,8-35 0,-8 10-6553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4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1 206 24575,'0'-6'0,"0"-1"0,1 0 0,0 1 0,0-1 0,1 1 0,0-1 0,0 1 0,0 0 0,1 0 0,0 0 0,0 0 0,0 0 0,1 1 0,5-8 0,-2 5 0,1 1 0,0-1 0,1 1 0,-1 1 0,1 0 0,0 0 0,1 0 0,11-4 0,0 1 0,1 2 0,0 0 0,0 2 0,0 0 0,1 1 0,-1 1 0,43 1 0,-44 5 0,0 0 0,0 2 0,-1 0 0,0 1 0,0 1 0,0 1 0,-1 1 0,0 1 0,-1 0 0,0 1 0,-1 1 0,0 1 0,-1 0 0,0 1 0,-1 1 0,-1 1 0,20 26 0,-15-8-55,-1 0-1,-2 1 1,-1 1 0,18 69-1,-16-47-1032,-4-20-5738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956 1115 24575,'1'0'0,"-1"0"0,0-1 0,1 1 0,-1 0 0,0 0 0,0 0 0,1 0 0,-1 0 0,0 0 0,1 0 0,-1 0 0,0-1 0,0 1 0,1 0 0,-1 0 0,0 0 0,0 0 0,0-1 0,1 1 0,-1 0 0,0 0 0,0-1 0,0 1 0,0 0 0,1 0 0,-1-1 0,0 1 0,0 0 0,0 0 0,0-1 0,0 1 0,0 0 0,0-1 0,0 1 0,0 0 0,0-1 0,0 1 0,0 0 0,0 0 0,0-1 0,0 1 0,0 0 0,0-1 0,0 1 0,-1 0 0,1 0 0,0-1 0,0 1 0,0 0 0,0 0 0,-1-1 0,1 1 0,-17-28 0,-34-34 0,46 56 0,-454-628 0,457 631 0,-17-28 0,-43-48 0,52 68 0,-1 1 0,1 1 0,-1 0 0,-1 0 0,0 2 0,0-1 0,-19-8 0,8 6-151,0-1-1,1-1 0,1-1 0,0-1 1,1-1-1,0 0 0,2-2 1,-29-30-1,26 20-6674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7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103 368 24575,'-7'-4'0,"0"-1"0,0 0 0,1 0 0,-1-1 0,1 1 0,1-1 0,-1-1 0,1 1 0,0-1 0,0 0 0,1 0 0,0 0 0,0-1 0,1 0 0,0 1 0,0-1 0,-1-10 0,0 3 0,1 0 0,1 0 0,0 0 0,1-1 0,1 1 0,0-1 0,1 1 0,5-22 0,-5 33 0,1-1 0,-1 1 0,1 0 0,1 0 0,-1 0 0,0 0 0,1 0 0,0 0 0,0 0 0,0 1 0,0 0 0,1-1 0,-1 1 0,1 1 0,0-1 0,0 0 0,0 1 0,0 0 0,0 0 0,1 0 0,-1 0 0,1 1 0,-1 0 0,1 0 0,-1 0 0,8 0 0,10-2 0,-1 1 0,1 2 0,0 0 0,29 4 0,-38-2 12,0 1 0,0 1 0,0-1 0,0 2 0,-1 0 0,1 1 0,-1 0 0,-1 0 0,17 13 0,-11-6-260,0 1 1,-1 0-1,-1 1 1,0 1-1,15 21 1,-17-19-6579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419 748 24575,'-6'-1'0,"0"0"0,0 0 0,-1 0 0,1-1 0,0 0 0,0 0 0,1 0 0,-1-1 0,0 0 0,1 0 0,-1 0 0,1-1 0,0 0 0,-5-5 0,-3-2 0,1-2 0,1 1 0,-19-28 0,-20-32 0,-92-101 0,134 165 9,1-1-1,1 0 1,-1 0-1,1-1 1,1 0 0,0 0-1,0 0 1,1 0-1,0-1 1,1 0-1,0 0 1,1 0-1,-1-12 1,2 2-221,1 0 0,1 0 0,0 1-1,2-1 1,0 0 0,7-21 0,10-25-6614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9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11 192 24575,'-4'-9'0,"-2"-15"0,9-9 0,13-7 0,8-5 0,0 4-8191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9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24575,'9'-8'0,"20"-13"0,9-1 0,8-11 0,-5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9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24575,'13'0'0,"13"0"0,11 0 0,7 0 0,2 0 0,-8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9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24575,'9'0'0,"7"8"0,10 4 0,8 8 0,0 0-8191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0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24575,'0'9'0,"9"11"0,3 11 0,-1 5 0,-2-4-8191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10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24575,'0'8'0,"-9"13"0,-3 15 0,-7 1 0,-2 4 0,4 3 0,-5 3 0,2-7-8191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10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24575,'-5'4'0,"-9"11"0,-12 15 0,-1 8 0,-5 5 0,3-5-8191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10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24575,'-5'9'0,"-1"16"0,-8 12 0,-2 9 0,-7 5 0,0-2 0,4 5 0,6-4 0,9-9 0,10-12 0,12-11 0,8-9 0,8-5 0,2-4 0,5-2 0,-6-9 0,-8-3-8191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1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1935 1301 24575,'-3'-3'0,"1"0"0,0-1 0,-1 1 0,0 0 0,1 1 0,-1-1 0,-1 1 0,1-1 0,0 1 0,0 0 0,-1 0 0,1 0 0,-5-1 0,-9-8 0,-188-124 0,43 32 0,-107-72 0,40 29 0,-24-40 0,-115-87 0,329 246 0,-1 1 0,-74-35 0,-33-19 0,122 60-1365,4 0-5461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02:12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222 566 24575,'-2'0'0,"0"0"0,0-1 0,0 1 0,0-1 0,0 0 0,0 0 0,0 0 0,0 0 0,0 0 0,0 0 0,1 0 0,-1-1 0,0 1 0,1-1 0,-1 1 0,1-1 0,0 1 0,-2-3 0,-23-37 0,19 28 0,-84-152 0,78 140 0,2-1 0,1-1 0,2 0 0,-10-45 0,17 67 0,0 0 0,1 0 0,-1 0 0,1-1 0,0 1 0,1 0 0,-1 0 0,1 0 0,0 0 0,0 0 0,1 0 0,-1 0 0,1 0 0,0 0 0,0 0 0,1 1 0,0-1 0,3-4 0,-2 5 0,1 0 0,-1 0 0,1 0 0,0 0 0,0 1 0,0 0 0,1 0 0,-1 0 0,1 1 0,0-1 0,-1 2 0,1-1 0,9-1 0,1 1 0,0 0 0,0 1 0,0 1 0,0 0 0,0 2 0,0 0 0,0 0 0,-1 2 0,1 0 0,27 10 0,37 26 0,103 68 0,-109-61 0,124 59 0,-155-90-1365,-7-4-5461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02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1068 24575,'0'-13'0,"0"-13"0,0-16 0,0-13 0,0-19 0,0-14 0,0-2 0,9 2 0,2 3 0,0 7 0,7 3 0,0 7 0,-3 5 0,-4 10 0,-4 4 0,-3 3 0,-2 4 0,-2 9-8191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02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43 220 24575,'-9'0'0,"-2"-5"0,-1-10 0,4-11 0,6-1 0,4-9 0,5 1 0,12 3 0,10 6 0,9 8 0,-2 20 0,2 19 0,-6 14 0,-8 10 0,-8-3-8191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0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1312 24575,'0'-14'0,"0"-7"0,0-15 0,0-9 0,0-14 0,0-11 0,0-11 0,0-8 0,9-12 0,2-10 0,1 1 0,-4 5 0,8 13 0,-1 0 0,-2 2 0,-3 12 0,-4 11 0,-2 17-8191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0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54 486 24575,'-7'-8'0,"2"0"0,-1 0 0,1 0 0,1-1 0,0 0 0,0 1 0,0-2 0,1 1 0,0 0 0,1-1 0,0 1 0,1-1 0,-1-14 0,1 0 0,1 0 0,1 0 0,1 0 0,6-30 0,-4 34 0,1 1 0,0 0 0,2 0 0,0 0 0,1 1 0,1 0 0,13-21 0,-21 37 0,1 0 0,-1 1 0,0-1 0,1 0 0,-1 1 0,1-1 0,-1 1 0,1-1 0,0 1 0,-1 0 0,1 0 0,0-1 0,0 1 0,0 1 0,0-1 0,0 0 0,0 0 0,0 1 0,0-1 0,1 1 0,-1 0 0,0 0 0,0-1 0,2 2 0,0-1 0,-1 2 0,0-1 0,1 0 0,-1 1 0,0-1 0,0 1 0,0 0 0,0 0 0,-1 0 0,1 0 0,-1 1 0,1-1 0,3 5 0,6 10 0,0 0 0,-1 1 0,16 36 0,-24-49 0,59 115-1365,-45-94-5461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09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1318 24575,'-3'0'0,"0"0"0,0-1 0,0 1 0,0-1 0,0 1 0,0-1 0,0 0 0,1 0 0,-1 0 0,0-1 0,1 1 0,-1-1 0,1 1 0,-1-1 0,1 0 0,0 0 0,-4-4 0,2 1 0,0-1 0,0 1 0,1-1 0,-1 0 0,1 0 0,1 0 0,-4-10 0,0-8 0,1-1 0,0 1 0,0-29 0,5 51 0,-6-80 0,4 0 0,11-125 0,-5 188 0,1-1 0,0 1 0,1 0 0,1 0 0,1 1 0,1 0 0,0 0 0,2 1 0,20-27 0,1 4 0,2 2 0,62-55 0,-40 46 0,2 2 0,1 3 0,3 2 0,1 4 0,129-55 0,-157 79 0,1 1 0,0 2 0,1 1 0,62-4 0,-28 9 0,107 8 0,-159-3 0,0 0 0,0 2 0,-1 0 0,1 1 0,-1 0 0,-1 2 0,1 0 0,-1 1 0,0 1 0,-1 0 0,23 18 0,-18-10 0,-1 2 0,0 1 0,-1 0 0,-1 1 0,-2 1 0,0 1 0,17 30 0,-10-10 0,-1 0 0,-3 1 0,-1 2 0,-2 0 0,16 79 0,-28-104 0,-1-1 0,0 0 0,-2 1 0,0-1 0,-2 1 0,0 0 0,-1-1 0,-1 0 0,-1 1 0,-1-1 0,0-1 0,-2 1 0,0-1 0,-1 0 0,-21 34 0,24-45-124,-1 0 0,0-1 0,-1 1 0,0-1 0,0-1 0,0 1-1,-1-1 1,0-1 0,0 1 0,-13 5 0,-11 3-6702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24575,'-1'5'0,"0"1"0,0-1 0,-1 0 0,1 0 0,-1 0 0,0 0 0,-6 9 0,-5 18 0,8-17 0,2 0 0,0 0 0,1 1 0,0 0 0,1-1 0,1 1 0,2 21 0,-1-31 0,0 0 0,-1 0 0,2 0 0,-1-1 0,1 1 0,0 0 0,0-1 0,1 0 0,-1 1 0,1-1 0,1 0 0,-1 0 0,0 0 0,1-1 0,0 1 0,0-1 0,1 0 0,-1 0 0,1-1 0,0 1 0,0-1 0,8 4 0,1-2 0,1-1 0,0 0 0,0-1 0,0 0 0,1-1 0,-1-1 0,0-1 0,1 0 0,-1-1 0,1 0 0,28-8 0,13-6 0,98-39 0,-101 33 0,390-172 0,-390 169-1365,-9 8-5461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282 299 24575,'-5'0'0,"0"-5"0,-14-1 0,-3-4 0,-11 0 0,1-11 0,0-3 0,6-1 0,0 3 0,3-3 0,1-6 0,5-6 0,5-7 0,5 6-8191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24575,'0'-13'0,"0"-9"0,0-9 0,0-4 0,0 4-8191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24575,'0'-5'0,"0"-9"0,0-8 0,0-8 0,13-8 0,5-2 0,-1 7-8191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24575,'9'-4'0,"11"-10"0,12-17 0,0-2-8191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4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24575,'4'0'0,"10"0"0,12 0 0,1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5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24575,'0'5'0,"5"0"0,9 1 0,3 7 0,7 6 0,0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24575,'0'9'0,"0"7"0,0 19 0,0 11 0,0 3 0,0-7-8191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24575,'0'9'0,"-5"2"0,-1 9 0,1 5 0,0-2-8191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5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24575,'0'-9'0,"0"2"0,0 6 0,0 12 0,4 13 0,2 11 0,0 9 0,7-4 0,6-8 0,13-19 0,1-20 0,8-13 0,-3-12 0,0-1 0,-5 1 0,0-2 0,-6-5 0,-8 5-8191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1400 24575,'1'-22'0,"1"0"0,5-23 0,3-27 0,46-451 0,-12 139 0,-32 89-1365,-13 259-5461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7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24575,'0'-4'0,"0"-19"0,0-15 0,4 0 0,6 6 0,10 17 0,2 25 0,6 27 0,-3 25 0,-4 16 0,2 6 0,-3 4 0,-4 3 0,-5 4 0,-5-2 0,-3-15-8191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7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80 634 24575,'0'-5'0,"-4"0"0,-2-18 0,1-14 0,-8-12 0,-2-8 0,2-3 0,3 1 0,3 5 0,3 3 0,2 7 0,2-3 0,0-2 0,0-2 0,1 9-8191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8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24575,'0'-9'0,"4"-3"0,7 1 0,9 7 0,1 12 0,7 14 0,-3 16 0,5 14 0,-4 4 0,-7 0 0,-1-9 0,-4-4 0,-4-9-8191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19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5290 25 24575,'-255'-13'0,"26"1"0,-1108 63 0,648 35 0,179-20 0,-201-12 0,-246-55 0,921 3 0,0 2 0,-68 15 0,62-9 0,-63 5 0,15-14 15,66-3-291,0 2 0,0 1 0,-1 1 0,-33 7 0,24 2-6550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9:54:20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 24575,'-8'0'0,"1"1"0,-1 0 0,0 1 0,0-1 0,1 1 0,-1 1 0,1 0 0,0 0 0,0 0 0,0 1 0,-10 7 0,-5 5 0,-39 38 0,32-28 0,-9 8 0,-42 49 0,71-73 0,0 1 0,1 0 0,0 1 0,1 0 0,0 0 0,1 1 0,0-1 0,1 1 0,-6 24 0,11-34 0,0 1 0,0 0 0,0-1 0,0 1 0,0 0 0,1-1 0,0 1 0,-1 0 0,1-1 0,1 1 0,-1-1 0,0 0 0,1 1 0,0-1 0,0 0 0,0 0 0,0 0 0,0 0 0,0 0 0,1-1 0,0 1 0,-1-1 0,1 1 0,0-1 0,0 0 0,0 0 0,1 0 0,-1-1 0,0 1 0,1-1 0,5 2 0,9 3 0,1 0 0,0-1 0,0-1 0,29 2 0,141 3 0,211-15 0,-361 6-341,-1-3 0,0-1-1,60-14 1,-73 9-6485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C852-3943-4D51-80F6-C4AAF313C63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A249-7C39-4352-9E45-C2A700C6EF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43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91600-1290-79B0-79CC-7E2CFBA37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C8A10-28B2-6B33-723A-C8228B0D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FAC2E-4229-0574-0B42-75CD03D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49B39-723D-8DC0-4E9D-EFFAF1E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3DE1-650A-36F6-6C03-CDFDC6E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9DE04-2E55-0B3E-F3C6-D3315898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2656D-974E-264F-566D-87DD7CA1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8C91-5F7C-2B73-5157-2DFEE4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A6AD-96B7-F377-55EF-A2DBD772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D60F2-8AD5-06E6-9767-27C8FCB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23D1-089F-9926-9265-0A911F9A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E1A64-96C0-855D-2661-A0FEFF3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EFFDC-E59A-31C5-809B-72C1D2C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C5ECF-1952-9C24-4222-DE41CC4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4F296-578E-79BD-2D9B-B6647C8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5772-9DD8-F373-2D4C-4174C8AA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92EF5-CA5C-79CC-71E3-B68626ED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A2304-0129-4DC7-6BE8-125BB259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789E6-D8EC-7B16-E02C-EFAA587A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5B10E-627D-7A59-3BD4-7B7EDC0F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17AE4-CDD5-B47F-CD44-8E54175A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2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898D-D98F-C86E-2F24-743E8C05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F86ED-8CD1-3ADE-35D1-40DD3646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91F8E-CCA0-FAAF-6050-57CB6B2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9BED6-C560-D0B7-3083-9C946B560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ABFF0-3842-262E-DBE1-C0FDD14E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9AF9FE-E75B-B59B-771A-C19D60C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30B46-E655-777C-DD63-EC05DC46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7D3442-D774-6A4B-962B-F495F8F1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3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544B-5293-1FFF-20E0-3B48D350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81B5F6-E3E9-B6AA-D3F4-5F44FE37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63984E-5335-A94F-40FF-B8860ACE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2E13A-C8CB-6C60-82D5-4AB56A8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A4128-7C05-07B2-0AB7-F5EA709D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5B2FD-0635-9306-63B7-495C25F4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B179B-2404-8F11-7315-3856C2D0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5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9E0D-A985-199A-30C9-5455E963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E9A32-6091-B4D7-2A95-56593D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A524D-AFA8-E687-BC6D-E4E1D5B3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6CB03-E1F3-3453-4B15-56D3145D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CADDD-B757-E3AD-A0DE-33585448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4C2ED-274C-A116-62F3-B58898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A49B-7C3A-795A-D97A-F1B0DCB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46C7ED-D1EA-E03C-62E6-5D5322C9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0C8E8-83F5-7D6E-94BF-3A689917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2579B-256E-AA8A-B1F6-C26F3A26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BC8E4-8FDF-8572-035B-FEA7EA87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F9882-077A-CAC2-F083-8E23ABEE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1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54073-27B2-5F4F-4C1D-A535987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B4666-EB99-D106-12F4-BF4B4617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002B9-6BF5-17F8-BCB8-D189109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B879F-6566-0BDF-0D4B-5C3BC2E3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FD1B1-B85D-94DF-6190-5EDF3B0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C1A51-AA07-93A1-B2BA-1AE95DD7E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E7333-0723-2509-4B18-0ED9653E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EE390-8EFE-325F-4E92-34B63FFE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0D9B9-17B9-3E9A-ECC0-B8B8C28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722C0-040D-30ED-49D5-D39296C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1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36321-93C5-32E8-43F1-95B9D8E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3689C-20E1-2835-A92B-5B87C474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D60AD-4BEF-863F-CE9F-4A934AA1C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2074-AB8A-4DE3-842B-2B238FAEC81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F470F-2FD6-C59C-DC61-3266505C3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5973C-09A2-0401-1519-0C4272B6D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7" Type="http://schemas.openxmlformats.org/officeDocument/2006/relationships/image" Target="../media/image13.png"/><Relationship Id="rId50" Type="http://schemas.openxmlformats.org/officeDocument/2006/relationships/customXml" Target="../ink/ink17.xml"/><Relationship Id="rId55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53" Type="http://schemas.openxmlformats.org/officeDocument/2006/relationships/image" Target="../media/image16.png"/><Relationship Id="rId58" Type="http://schemas.openxmlformats.org/officeDocument/2006/relationships/customXml" Target="../ink/ink21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49" Type="http://schemas.openxmlformats.org/officeDocument/2006/relationships/image" Target="../media/image14.png"/><Relationship Id="rId57" Type="http://schemas.openxmlformats.org/officeDocument/2006/relationships/image" Target="../media/image18.png"/><Relationship Id="rId61" Type="http://schemas.openxmlformats.org/officeDocument/2006/relationships/image" Target="../media/image20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4" Type="http://schemas.openxmlformats.org/officeDocument/2006/relationships/customXml" Target="../ink/ink14.xml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8" Type="http://schemas.openxmlformats.org/officeDocument/2006/relationships/customXml" Target="../ink/ink4.xml"/><Relationship Id="rId51" Type="http://schemas.openxmlformats.org/officeDocument/2006/relationships/image" Target="../media/image1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46" Type="http://schemas.openxmlformats.org/officeDocument/2006/relationships/customXml" Target="../ink/ink15.xml"/><Relationship Id="rId59" Type="http://schemas.openxmlformats.org/officeDocument/2006/relationships/image" Target="../media/image19.png"/><Relationship Id="rId20" Type="http://schemas.openxmlformats.org/officeDocument/2006/relationships/customXml" Target="../ink/ink10.xml"/><Relationship Id="rId54" Type="http://schemas.openxmlformats.org/officeDocument/2006/relationships/customXml" Target="../ink/ink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30.png"/><Relationship Id="rId18" Type="http://schemas.openxmlformats.org/officeDocument/2006/relationships/customXml" Target="../ink/ink31.xml"/><Relationship Id="rId3" Type="http://schemas.openxmlformats.org/officeDocument/2006/relationships/image" Target="../media/image25.png"/><Relationship Id="rId21" Type="http://schemas.openxmlformats.org/officeDocument/2006/relationships/image" Target="../media/image34.png"/><Relationship Id="rId7" Type="http://schemas.openxmlformats.org/officeDocument/2006/relationships/image" Target="../media/image27.png"/><Relationship Id="rId12" Type="http://schemas.openxmlformats.org/officeDocument/2006/relationships/customXml" Target="../ink/ink28.xml"/><Relationship Id="rId17" Type="http://schemas.openxmlformats.org/officeDocument/2006/relationships/image" Target="../media/image32.png"/><Relationship Id="rId25" Type="http://schemas.openxmlformats.org/officeDocument/2006/relationships/image" Target="../media/image36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9.png"/><Relationship Id="rId24" Type="http://schemas.openxmlformats.org/officeDocument/2006/relationships/customXml" Target="../ink/ink34.xml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23" Type="http://schemas.openxmlformats.org/officeDocument/2006/relationships/image" Target="../media/image35.png"/><Relationship Id="rId10" Type="http://schemas.openxmlformats.org/officeDocument/2006/relationships/customXml" Target="../ink/ink27.xml"/><Relationship Id="rId19" Type="http://schemas.openxmlformats.org/officeDocument/2006/relationships/image" Target="../media/image33.png"/><Relationship Id="rId4" Type="http://schemas.openxmlformats.org/officeDocument/2006/relationships/customXml" Target="../ink/ink24.xml"/><Relationship Id="rId9" Type="http://schemas.openxmlformats.org/officeDocument/2006/relationships/image" Target="../media/image28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38.png"/><Relationship Id="rId18" Type="http://schemas.openxmlformats.org/officeDocument/2006/relationships/customXml" Target="../ink/ink43.xml"/><Relationship Id="rId3" Type="http://schemas.openxmlformats.org/officeDocument/2006/relationships/image" Target="../media/image31.png"/><Relationship Id="rId21" Type="http://schemas.openxmlformats.org/officeDocument/2006/relationships/image" Target="../media/image42.png"/><Relationship Id="rId7" Type="http://schemas.openxmlformats.org/officeDocument/2006/relationships/image" Target="../media/image33.png"/><Relationship Id="rId12" Type="http://schemas.openxmlformats.org/officeDocument/2006/relationships/customXml" Target="../ink/ink40.xml"/><Relationship Id="rId17" Type="http://schemas.openxmlformats.org/officeDocument/2006/relationships/image" Target="../media/image40.png"/><Relationship Id="rId25" Type="http://schemas.openxmlformats.org/officeDocument/2006/relationships/image" Target="../media/image44.png"/><Relationship Id="rId2" Type="http://schemas.openxmlformats.org/officeDocument/2006/relationships/customXml" Target="../ink/ink35.xml"/><Relationship Id="rId16" Type="http://schemas.openxmlformats.org/officeDocument/2006/relationships/customXml" Target="../ink/ink42.xml"/><Relationship Id="rId20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37.png"/><Relationship Id="rId24" Type="http://schemas.openxmlformats.org/officeDocument/2006/relationships/customXml" Target="../ink/ink46.xml"/><Relationship Id="rId5" Type="http://schemas.openxmlformats.org/officeDocument/2006/relationships/image" Target="../media/image32.png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10" Type="http://schemas.openxmlformats.org/officeDocument/2006/relationships/customXml" Target="../ink/ink39.xml"/><Relationship Id="rId19" Type="http://schemas.openxmlformats.org/officeDocument/2006/relationships/image" Target="../media/image41.png"/><Relationship Id="rId4" Type="http://schemas.openxmlformats.org/officeDocument/2006/relationships/customXml" Target="../ink/ink36.xml"/><Relationship Id="rId9" Type="http://schemas.openxmlformats.org/officeDocument/2006/relationships/image" Target="../media/image34.png"/><Relationship Id="rId14" Type="http://schemas.openxmlformats.org/officeDocument/2006/relationships/customXml" Target="../ink/ink41.xml"/><Relationship Id="rId22" Type="http://schemas.openxmlformats.org/officeDocument/2006/relationships/customXml" Target="../ink/ink4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160.png"/><Relationship Id="rId18" Type="http://schemas.openxmlformats.org/officeDocument/2006/relationships/customXml" Target="../ink/ink55.xml"/><Relationship Id="rId3" Type="http://schemas.openxmlformats.org/officeDocument/2006/relationships/image" Target="../media/image130.png"/><Relationship Id="rId21" Type="http://schemas.openxmlformats.org/officeDocument/2006/relationships/image" Target="../media/image200.png"/><Relationship Id="rId7" Type="http://schemas.openxmlformats.org/officeDocument/2006/relationships/image" Target="../media/image45.png"/><Relationship Id="rId12" Type="http://schemas.openxmlformats.org/officeDocument/2006/relationships/customXml" Target="../ink/ink52.xml"/><Relationship Id="rId17" Type="http://schemas.openxmlformats.org/officeDocument/2006/relationships/image" Target="../media/image180.png"/><Relationship Id="rId25" Type="http://schemas.openxmlformats.org/officeDocument/2006/relationships/image" Target="../media/image22.png"/><Relationship Id="rId2" Type="http://schemas.openxmlformats.org/officeDocument/2006/relationships/customXml" Target="../ink/ink47.xml"/><Relationship Id="rId16" Type="http://schemas.openxmlformats.org/officeDocument/2006/relationships/customXml" Target="../ink/ink54.xml"/><Relationship Id="rId20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150.png"/><Relationship Id="rId24" Type="http://schemas.openxmlformats.org/officeDocument/2006/relationships/customXml" Target="../ink/ink58.xml"/><Relationship Id="rId5" Type="http://schemas.openxmlformats.org/officeDocument/2006/relationships/image" Target="../media/image140.png"/><Relationship Id="rId15" Type="http://schemas.openxmlformats.org/officeDocument/2006/relationships/image" Target="../media/image170.png"/><Relationship Id="rId23" Type="http://schemas.openxmlformats.org/officeDocument/2006/relationships/image" Target="../media/image21.png"/><Relationship Id="rId10" Type="http://schemas.openxmlformats.org/officeDocument/2006/relationships/customXml" Target="../ink/ink51.xml"/><Relationship Id="rId19" Type="http://schemas.openxmlformats.org/officeDocument/2006/relationships/image" Target="../media/image190.png"/><Relationship Id="rId4" Type="http://schemas.openxmlformats.org/officeDocument/2006/relationships/customXml" Target="../ink/ink48.xml"/><Relationship Id="rId9" Type="http://schemas.openxmlformats.org/officeDocument/2006/relationships/image" Target="../media/image46.png"/><Relationship Id="rId14" Type="http://schemas.openxmlformats.org/officeDocument/2006/relationships/customXml" Target="../ink/ink53.xml"/><Relationship Id="rId22" Type="http://schemas.openxmlformats.org/officeDocument/2006/relationships/customXml" Target="../ink/ink5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13" Type="http://schemas.openxmlformats.org/officeDocument/2006/relationships/image" Target="../media/image6.png"/><Relationship Id="rId18" Type="http://schemas.openxmlformats.org/officeDocument/2006/relationships/customXml" Target="../ink/ink67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4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59.xml"/><Relationship Id="rId16" Type="http://schemas.openxmlformats.org/officeDocument/2006/relationships/customXml" Target="../ink/ink66.xml"/><Relationship Id="rId20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5.png"/><Relationship Id="rId24" Type="http://schemas.openxmlformats.org/officeDocument/2006/relationships/customXml" Target="../ink/ink70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customXml" Target="../ink/ink63.xml"/><Relationship Id="rId19" Type="http://schemas.openxmlformats.org/officeDocument/2006/relationships/image" Target="../media/image9.png"/><Relationship Id="rId4" Type="http://schemas.openxmlformats.org/officeDocument/2006/relationships/customXml" Target="../ink/ink60.xml"/><Relationship Id="rId9" Type="http://schemas.openxmlformats.org/officeDocument/2006/relationships/image" Target="../media/image4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customXml" Target="../ink/ink79.xml"/><Relationship Id="rId26" Type="http://schemas.openxmlformats.org/officeDocument/2006/relationships/customXml" Target="../ink/ink83.xml"/><Relationship Id="rId39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customXml" Target="../ink/ink87.xml"/><Relationship Id="rId42" Type="http://schemas.openxmlformats.org/officeDocument/2006/relationships/customXml" Target="../ink/ink91.xml"/><Relationship Id="rId7" Type="http://schemas.openxmlformats.org/officeDocument/2006/relationships/image" Target="../media/image21.png"/><Relationship Id="rId2" Type="http://schemas.openxmlformats.org/officeDocument/2006/relationships/customXml" Target="../ink/ink71.xml"/><Relationship Id="rId16" Type="http://schemas.openxmlformats.org/officeDocument/2006/relationships/customXml" Target="../ink/ink78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.xml"/><Relationship Id="rId11" Type="http://schemas.openxmlformats.org/officeDocument/2006/relationships/image" Target="../media/image47.png"/><Relationship Id="rId24" Type="http://schemas.openxmlformats.org/officeDocument/2006/relationships/customXml" Target="../ink/ink82.xml"/><Relationship Id="rId32" Type="http://schemas.openxmlformats.org/officeDocument/2006/relationships/customXml" Target="../ink/ink86.xml"/><Relationship Id="rId37" Type="http://schemas.openxmlformats.org/officeDocument/2006/relationships/image" Target="../media/image60.png"/><Relationship Id="rId40" Type="http://schemas.openxmlformats.org/officeDocument/2006/relationships/customXml" Target="../ink/ink90.xml"/><Relationship Id="rId45" Type="http://schemas.openxmlformats.org/officeDocument/2006/relationships/image" Target="../media/image64.png"/><Relationship Id="rId5" Type="http://schemas.openxmlformats.org/officeDocument/2006/relationships/image" Target="../media/image140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84.xml"/><Relationship Id="rId36" Type="http://schemas.openxmlformats.org/officeDocument/2006/relationships/customXml" Target="../ink/ink88.xml"/><Relationship Id="rId10" Type="http://schemas.openxmlformats.org/officeDocument/2006/relationships/customXml" Target="../ink/ink75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4" Type="http://schemas.openxmlformats.org/officeDocument/2006/relationships/customXml" Target="../ink/ink92.xml"/><Relationship Id="rId4" Type="http://schemas.openxmlformats.org/officeDocument/2006/relationships/customXml" Target="../ink/ink72.xml"/><Relationship Id="rId9" Type="http://schemas.openxmlformats.org/officeDocument/2006/relationships/image" Target="../media/image22.png"/><Relationship Id="rId14" Type="http://schemas.openxmlformats.org/officeDocument/2006/relationships/customXml" Target="../ink/ink77.xml"/><Relationship Id="rId22" Type="http://schemas.openxmlformats.org/officeDocument/2006/relationships/customXml" Target="../ink/ink81.xml"/><Relationship Id="rId27" Type="http://schemas.openxmlformats.org/officeDocument/2006/relationships/image" Target="../media/image55.png"/><Relationship Id="rId30" Type="http://schemas.openxmlformats.org/officeDocument/2006/relationships/customXml" Target="../ink/ink85.xml"/><Relationship Id="rId35" Type="http://schemas.openxmlformats.org/officeDocument/2006/relationships/image" Target="../media/image59.png"/><Relationship Id="rId43" Type="http://schemas.openxmlformats.org/officeDocument/2006/relationships/image" Target="../media/image63.png"/><Relationship Id="rId8" Type="http://schemas.openxmlformats.org/officeDocument/2006/relationships/customXml" Target="../ink/ink74.xml"/><Relationship Id="rId3" Type="http://schemas.openxmlformats.org/officeDocument/2006/relationships/image" Target="../media/image130.png"/><Relationship Id="rId12" Type="http://schemas.openxmlformats.org/officeDocument/2006/relationships/customXml" Target="../ink/ink76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89.xml"/><Relationship Id="rId20" Type="http://schemas.openxmlformats.org/officeDocument/2006/relationships/customXml" Target="../ink/ink80.xml"/><Relationship Id="rId41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customXml" Target="../ink/ink101.xml"/><Relationship Id="rId26" Type="http://schemas.openxmlformats.org/officeDocument/2006/relationships/customXml" Target="../ink/ink105.xml"/><Relationship Id="rId39" Type="http://schemas.openxmlformats.org/officeDocument/2006/relationships/image" Target="../media/image83.png"/><Relationship Id="rId21" Type="http://schemas.openxmlformats.org/officeDocument/2006/relationships/image" Target="../media/image74.png"/><Relationship Id="rId34" Type="http://schemas.openxmlformats.org/officeDocument/2006/relationships/customXml" Target="../ink/ink109.xml"/><Relationship Id="rId42" Type="http://schemas.openxmlformats.org/officeDocument/2006/relationships/customXml" Target="../ink/ink113.xml"/><Relationship Id="rId7" Type="http://schemas.openxmlformats.org/officeDocument/2006/relationships/image" Target="../media/image67.png"/><Relationship Id="rId2" Type="http://schemas.openxmlformats.org/officeDocument/2006/relationships/customXml" Target="../ink/ink93.xml"/><Relationship Id="rId16" Type="http://schemas.openxmlformats.org/officeDocument/2006/relationships/customXml" Target="../ink/ink100.xml"/><Relationship Id="rId20" Type="http://schemas.openxmlformats.org/officeDocument/2006/relationships/customXml" Target="../ink/ink102.xml"/><Relationship Id="rId29" Type="http://schemas.openxmlformats.org/officeDocument/2006/relationships/image" Target="../media/image78.png"/><Relationship Id="rId41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.xml"/><Relationship Id="rId11" Type="http://schemas.openxmlformats.org/officeDocument/2006/relationships/image" Target="../media/image69.png"/><Relationship Id="rId24" Type="http://schemas.openxmlformats.org/officeDocument/2006/relationships/customXml" Target="../ink/ink104.xml"/><Relationship Id="rId32" Type="http://schemas.openxmlformats.org/officeDocument/2006/relationships/customXml" Target="../ink/ink108.xml"/><Relationship Id="rId37" Type="http://schemas.openxmlformats.org/officeDocument/2006/relationships/image" Target="../media/image82.png"/><Relationship Id="rId40" Type="http://schemas.openxmlformats.org/officeDocument/2006/relationships/customXml" Target="../ink/ink112.xml"/><Relationship Id="rId5" Type="http://schemas.openxmlformats.org/officeDocument/2006/relationships/image" Target="../media/image66.png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106.xml"/><Relationship Id="rId36" Type="http://schemas.openxmlformats.org/officeDocument/2006/relationships/customXml" Target="../ink/ink110.xml"/><Relationship Id="rId10" Type="http://schemas.openxmlformats.org/officeDocument/2006/relationships/customXml" Target="../ink/ink97.xml"/><Relationship Id="rId19" Type="http://schemas.openxmlformats.org/officeDocument/2006/relationships/image" Target="../media/image73.png"/><Relationship Id="rId31" Type="http://schemas.openxmlformats.org/officeDocument/2006/relationships/image" Target="../media/image79.png"/><Relationship Id="rId4" Type="http://schemas.openxmlformats.org/officeDocument/2006/relationships/customXml" Target="../ink/ink94.xml"/><Relationship Id="rId9" Type="http://schemas.openxmlformats.org/officeDocument/2006/relationships/image" Target="../media/image68.png"/><Relationship Id="rId14" Type="http://schemas.openxmlformats.org/officeDocument/2006/relationships/customXml" Target="../ink/ink99.xml"/><Relationship Id="rId22" Type="http://schemas.openxmlformats.org/officeDocument/2006/relationships/customXml" Target="../ink/ink103.xml"/><Relationship Id="rId27" Type="http://schemas.openxmlformats.org/officeDocument/2006/relationships/image" Target="../media/image77.png"/><Relationship Id="rId30" Type="http://schemas.openxmlformats.org/officeDocument/2006/relationships/customXml" Target="../ink/ink107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8" Type="http://schemas.openxmlformats.org/officeDocument/2006/relationships/customXml" Target="../ink/ink96.xml"/><Relationship Id="rId3" Type="http://schemas.openxmlformats.org/officeDocument/2006/relationships/image" Target="../media/image65.png"/><Relationship Id="rId12" Type="http://schemas.openxmlformats.org/officeDocument/2006/relationships/customXml" Target="../ink/ink98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1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f233b6d383b44f5895f635dbb342d4e0" TargetMode="External"/><Relationship Id="rId2" Type="http://schemas.openxmlformats.org/officeDocument/2006/relationships/hyperlink" Target="https://www.acmicpc.net/problem/2439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micpc.net/problem/2512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da6299d0c9db4913942547eaf1b95017" TargetMode="External"/><Relationship Id="rId2" Type="http://schemas.openxmlformats.org/officeDocument/2006/relationships/hyperlink" Target="https://www.acmicpc.net/problem/19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oj.kr/3f9bb4303ba640de89f14d41fe199d60" TargetMode="External"/><Relationship Id="rId4" Type="http://schemas.openxmlformats.org/officeDocument/2006/relationships/hyperlink" Target="https://www.acmicpc.net/problem/2512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step/14" TargetMode="External"/><Relationship Id="rId2" Type="http://schemas.openxmlformats.org/officeDocument/2006/relationships/hyperlink" Target="https://www.acmicpc.net/step/4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43CA-A23F-1B98-C63A-0791B16D1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자구</a:t>
            </a:r>
            <a:r>
              <a:rPr lang="en-US" altLang="ko-KR" dirty="0"/>
              <a:t>&amp;</a:t>
            </a:r>
            <a:r>
              <a:rPr lang="ko-KR" altLang="en-US" dirty="0"/>
              <a:t>알고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C2082-1E01-80C1-C0E4-FDA57170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3619291"/>
            <a:ext cx="8229600" cy="1655762"/>
          </a:xfrm>
        </p:spPr>
        <p:txBody>
          <a:bodyPr/>
          <a:lstStyle/>
          <a:p>
            <a:r>
              <a:rPr lang="ko-KR" altLang="en-US" dirty="0"/>
              <a:t>분리 집합 </a:t>
            </a:r>
            <a:r>
              <a:rPr lang="en-US" altLang="ko-KR" dirty="0"/>
              <a:t>(Disjoint Set Union, Union Find)</a:t>
            </a:r>
          </a:p>
          <a:p>
            <a:r>
              <a:rPr lang="ko-KR" altLang="en-US" dirty="0"/>
              <a:t>이분 탐색 </a:t>
            </a:r>
            <a:r>
              <a:rPr lang="en-US" altLang="ko-KR" dirty="0"/>
              <a:t>(Binary Search)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8C4E-ACF0-2C0D-5AA3-7AE77492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F0DB-F042-F45C-530E-65453CFD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0450C-EE9A-3ABC-9CEC-E77FB89D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서로의 교집합이 공집합인 집합의 모음을 효율적으로 표현하는 자료구조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각 원소가 특정한 집합 한 가지에 있는 상태를 효율적으로 관리 가능</a:t>
            </a:r>
            <a:endParaRPr lang="en-US" altLang="ko-KR" sz="2400" dirty="0"/>
          </a:p>
          <a:p>
            <a:r>
              <a:rPr lang="ko-KR" altLang="en-US" sz="2400" dirty="0"/>
              <a:t>가장 대표적인 케이스</a:t>
            </a:r>
            <a:r>
              <a:rPr lang="en-US" altLang="ko-KR" sz="2400" dirty="0"/>
              <a:t>: </a:t>
            </a:r>
            <a:r>
              <a:rPr lang="ko-KR" altLang="en-US" sz="2400" dirty="0"/>
              <a:t>그래프에서 두 원소가 연결되어 있는가</a:t>
            </a:r>
            <a:r>
              <a:rPr lang="en-US" altLang="ko-KR" sz="2400" dirty="0"/>
              <a:t>?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D7D2D74-9846-A743-68E0-F6D99564A06A}"/>
              </a:ext>
            </a:extLst>
          </p:cNvPr>
          <p:cNvGrpSpPr/>
          <p:nvPr/>
        </p:nvGrpSpPr>
        <p:grpSpPr>
          <a:xfrm>
            <a:off x="3938213" y="3525625"/>
            <a:ext cx="3791766" cy="2967250"/>
            <a:chOff x="3306618" y="2881745"/>
            <a:chExt cx="4498110" cy="3611130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2061BAD-177B-21F5-4BEC-AF2ACB4F43E1}"/>
                </a:ext>
              </a:extLst>
            </p:cNvPr>
            <p:cNvSpPr/>
            <p:nvPr/>
          </p:nvSpPr>
          <p:spPr>
            <a:xfrm>
              <a:off x="3804227" y="3429000"/>
              <a:ext cx="1442027" cy="1398729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6B5A04F-7D43-E62A-E5FE-E83F4FAF9ABA}"/>
                </a:ext>
              </a:extLst>
            </p:cNvPr>
            <p:cNvSpPr/>
            <p:nvPr/>
          </p:nvSpPr>
          <p:spPr>
            <a:xfrm>
              <a:off x="5643419" y="3582122"/>
              <a:ext cx="1569026" cy="1398729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A2C2494-E3C5-A2D8-6A1C-2227F3497BC6}"/>
                </a:ext>
              </a:extLst>
            </p:cNvPr>
            <p:cNvSpPr/>
            <p:nvPr/>
          </p:nvSpPr>
          <p:spPr>
            <a:xfrm>
              <a:off x="4785592" y="5057051"/>
              <a:ext cx="1348509" cy="124835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767BFAD-9936-808F-D11A-ECC2B7AF712A}"/>
                </a:ext>
              </a:extLst>
            </p:cNvPr>
            <p:cNvSpPr/>
            <p:nvPr/>
          </p:nvSpPr>
          <p:spPr>
            <a:xfrm>
              <a:off x="3306618" y="2881745"/>
              <a:ext cx="4498110" cy="361113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17C318-5CBD-569F-A18F-4FCADE7FC6E5}"/>
                </a:ext>
              </a:extLst>
            </p:cNvPr>
            <p:cNvSpPr txBox="1"/>
            <p:nvPr/>
          </p:nvSpPr>
          <p:spPr>
            <a:xfrm>
              <a:off x="3961507" y="3893634"/>
              <a:ext cx="1127467" cy="449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1,2,3,4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49C5BA-B424-04EA-111E-342FC806C8F0}"/>
                </a:ext>
              </a:extLst>
            </p:cNvPr>
            <p:cNvSpPr txBox="1"/>
            <p:nvPr/>
          </p:nvSpPr>
          <p:spPr>
            <a:xfrm>
              <a:off x="5890260" y="4118372"/>
              <a:ext cx="1089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6,7,8,9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3EACBB-853D-B828-DFBD-95E2BE59C6E0}"/>
                </a:ext>
              </a:extLst>
            </p:cNvPr>
            <p:cNvSpPr txBox="1"/>
            <p:nvPr/>
          </p:nvSpPr>
          <p:spPr>
            <a:xfrm>
              <a:off x="5327189" y="5496561"/>
              <a:ext cx="632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5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1057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51AD3-338F-0E5E-C287-A049136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2E3CA-E15E-0DE9-3C98-8C69233A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4713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분리 집합 필수 메소드</a:t>
            </a:r>
            <a:endParaRPr lang="en-US" altLang="ko-KR" sz="2400" dirty="0"/>
          </a:p>
          <a:p>
            <a:pPr lvl="1"/>
            <a:r>
              <a:rPr lang="en-US" altLang="ko-KR" sz="2000" dirty="0"/>
              <a:t>Union</a:t>
            </a:r>
          </a:p>
          <a:p>
            <a:pPr lvl="1"/>
            <a:r>
              <a:rPr lang="en-US" altLang="ko-KR" sz="2000" dirty="0"/>
              <a:t>Find</a:t>
            </a:r>
          </a:p>
          <a:p>
            <a:pPr lvl="1"/>
            <a:r>
              <a:rPr lang="ko-KR" altLang="en-US" sz="2000" dirty="0"/>
              <a:t>두 함수 때문에 분리 집합을 활용해 푸는 문제를 유니온</a:t>
            </a:r>
            <a:r>
              <a:rPr lang="en-US" altLang="ko-KR" sz="2000" dirty="0"/>
              <a:t>-</a:t>
            </a:r>
            <a:r>
              <a:rPr lang="ko-KR" altLang="en-US" sz="2000" dirty="0" err="1"/>
              <a:t>파인드</a:t>
            </a:r>
            <a:r>
              <a:rPr lang="en-US" altLang="ko-KR" sz="2000" dirty="0"/>
              <a:t>(Union-Find)</a:t>
            </a:r>
            <a:r>
              <a:rPr lang="ko-KR" altLang="en-US" sz="2000" dirty="0"/>
              <a:t>문제라고 하기도 함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Union </a:t>
            </a:r>
            <a:r>
              <a:rPr lang="ko-KR" altLang="en-US" sz="2400" dirty="0"/>
              <a:t>함수</a:t>
            </a:r>
            <a:endParaRPr lang="en-US" altLang="ko-KR" sz="2400" dirty="0"/>
          </a:p>
          <a:p>
            <a:pPr lvl="1"/>
            <a:r>
              <a:rPr lang="ko-KR" altLang="en-US" sz="2000" dirty="0"/>
              <a:t>두 집합을 합침</a:t>
            </a:r>
            <a:endParaRPr lang="en-US" altLang="ko-KR" sz="2000" dirty="0"/>
          </a:p>
          <a:p>
            <a:r>
              <a:rPr lang="en-US" altLang="ko-KR" sz="2400" dirty="0"/>
              <a:t>Find </a:t>
            </a:r>
            <a:r>
              <a:rPr lang="ko-KR" altLang="en-US" sz="2400" dirty="0"/>
              <a:t>함수</a:t>
            </a:r>
            <a:endParaRPr lang="en-US" altLang="ko-KR" sz="2400" dirty="0"/>
          </a:p>
          <a:p>
            <a:pPr lvl="1"/>
            <a:r>
              <a:rPr lang="ko-KR" altLang="en-US" sz="2000" dirty="0"/>
              <a:t>특정 원소가 어느 집합에 있는지 확인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5771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357B-7133-D4F3-4560-2C371B76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04923-4978-5665-9E16-430A99BC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50375D-D2B4-EF54-9009-5C8AACBE6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2375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구현 방법</a:t>
            </a:r>
            <a:r>
              <a:rPr lang="en-US" altLang="ko-KR" sz="2400" dirty="0"/>
              <a:t>:</a:t>
            </a:r>
          </a:p>
          <a:p>
            <a:pPr lvl="1"/>
            <a:r>
              <a:rPr lang="ko-KR" altLang="en-US" sz="2000" dirty="0"/>
              <a:t>배열 활용</a:t>
            </a:r>
            <a:endParaRPr lang="en-US" altLang="ko-KR" sz="2000" dirty="0"/>
          </a:p>
          <a:p>
            <a:pPr lvl="1"/>
            <a:r>
              <a:rPr lang="en-US" altLang="ko-KR" sz="2000" dirty="0"/>
              <a:t>map </a:t>
            </a:r>
            <a:r>
              <a:rPr lang="ko-KR" altLang="en-US" sz="2000" dirty="0"/>
              <a:t>활용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17A6E-51DE-4A77-B13B-7F0A49BEC78A}"/>
              </a:ext>
            </a:extLst>
          </p:cNvPr>
          <p:cNvSpPr txBox="1"/>
          <p:nvPr/>
        </p:nvSpPr>
        <p:spPr>
          <a:xfrm>
            <a:off x="838200" y="3429000"/>
            <a:ext cx="4925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// map</a:t>
            </a:r>
          </a:p>
          <a:p>
            <a:r>
              <a:rPr lang="en-US" altLang="ko-KR" dirty="0"/>
              <a:t>// key:</a:t>
            </a:r>
            <a:r>
              <a:rPr lang="ko-KR" altLang="en-US" dirty="0"/>
              <a:t> 원소</a:t>
            </a:r>
            <a:endParaRPr lang="en-US" altLang="ko-KR" dirty="0"/>
          </a:p>
          <a:p>
            <a:r>
              <a:rPr lang="en-US" altLang="ko-KR" dirty="0"/>
              <a:t>// value:</a:t>
            </a:r>
            <a:r>
              <a:rPr lang="ko-KR" altLang="en-US" dirty="0"/>
              <a:t> 원소가 속해 있는 집합</a:t>
            </a:r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/>
              <a:t>자료형은 필요에 따라 바꾸자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map&lt;int, int&gt; </a:t>
            </a:r>
            <a:r>
              <a:rPr lang="en-US" altLang="ko-KR" dirty="0" err="1"/>
              <a:t>dsu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359CD-C6C6-C39E-2BC4-4A294B9817BB}"/>
              </a:ext>
            </a:extLst>
          </p:cNvPr>
          <p:cNvSpPr txBox="1"/>
          <p:nvPr/>
        </p:nvSpPr>
        <p:spPr>
          <a:xfrm>
            <a:off x="6428509" y="3429000"/>
            <a:ext cx="4925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// </a:t>
            </a:r>
            <a:r>
              <a:rPr lang="ko-KR" altLang="en-US" dirty="0"/>
              <a:t>배열</a:t>
            </a:r>
            <a:endParaRPr lang="en-US" altLang="ko-KR" dirty="0"/>
          </a:p>
          <a:p>
            <a:r>
              <a:rPr lang="en-US" altLang="ko-KR" dirty="0"/>
              <a:t>// MAX</a:t>
            </a:r>
            <a:r>
              <a:rPr lang="ko-KR" altLang="en-US" dirty="0"/>
              <a:t>는 최대 원소의 개수 만큼</a:t>
            </a:r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/>
              <a:t>이때 원소는 배열의 인덱스</a:t>
            </a:r>
            <a:endParaRPr lang="en-US" altLang="ko-KR" dirty="0"/>
          </a:p>
          <a:p>
            <a:r>
              <a:rPr lang="en-US" altLang="ko-KR" dirty="0"/>
              <a:t>//</a:t>
            </a:r>
            <a:r>
              <a:rPr lang="ko-KR" altLang="en-US" dirty="0"/>
              <a:t> 배열에 저장되는 값은 집합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int </a:t>
            </a:r>
            <a:r>
              <a:rPr lang="en-US" altLang="ko-KR" dirty="0" err="1"/>
              <a:t>dsu</a:t>
            </a:r>
            <a:r>
              <a:rPr lang="en-US" altLang="ko-KR" dirty="0"/>
              <a:t>[MAX]; </a:t>
            </a:r>
          </a:p>
        </p:txBody>
      </p:sp>
    </p:spTree>
    <p:extLst>
      <p:ext uri="{BB962C8B-B14F-4D97-AF65-F5344CB8AC3E}">
        <p14:creationId xmlns:p14="http://schemas.microsoft.com/office/powerpoint/2010/main" val="135724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B9FA-65CB-EA38-13A6-B9D80A95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0EBD2-9D38-2D93-45D0-1FFFD33E8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B2965B-C9D7-1207-38E5-252F1FE0A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altLang="ko-KR" dirty="0"/>
              <a:t>Union</a:t>
            </a:r>
            <a:r>
              <a:rPr lang="ko-KR" altLang="en-US" dirty="0"/>
              <a:t> 함수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7BB6D18-2A26-DD97-0BC5-DE221A4758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// x </a:t>
            </a:r>
            <a:r>
              <a:rPr lang="ko-KR" altLang="en-US" dirty="0"/>
              <a:t>집합과</a:t>
            </a:r>
            <a:r>
              <a:rPr lang="en-US" altLang="ko-KR" dirty="0"/>
              <a:t> y</a:t>
            </a:r>
            <a:r>
              <a:rPr lang="ko-KR" altLang="en-US" dirty="0"/>
              <a:t>집합을 합침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// </a:t>
            </a:r>
            <a:r>
              <a:rPr lang="ko-KR" altLang="en-US" dirty="0"/>
              <a:t>통상적으로 값이 더 작은 루트 노드를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// </a:t>
            </a:r>
            <a:r>
              <a:rPr lang="ko-KR" altLang="en-US" dirty="0"/>
              <a:t>즉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중 작은 원소를 부모로 설정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// ‘union’</a:t>
            </a:r>
            <a:r>
              <a:rPr lang="ko-KR" altLang="en-US" dirty="0"/>
              <a:t> 이라는 키워드가 이미 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Void _union(int x, int y) { </a:t>
            </a:r>
          </a:p>
          <a:p>
            <a:pPr marL="0" indent="0">
              <a:buNone/>
            </a:pPr>
            <a:r>
              <a:rPr lang="en-US" altLang="ko-KR" dirty="0"/>
              <a:t>    x = find(x); </a:t>
            </a:r>
          </a:p>
          <a:p>
            <a:pPr marL="0" indent="0">
              <a:buNone/>
            </a:pPr>
            <a:r>
              <a:rPr lang="en-US" altLang="ko-KR" dirty="0"/>
              <a:t>    y = find(y); </a:t>
            </a:r>
          </a:p>
          <a:p>
            <a:pPr marL="0" indent="0">
              <a:buNone/>
            </a:pPr>
            <a:r>
              <a:rPr lang="en-US" altLang="ko-KR" dirty="0"/>
              <a:t>    if(x&lt;y) </a:t>
            </a:r>
            <a:r>
              <a:rPr lang="en-US" altLang="ko-KR" dirty="0" err="1"/>
              <a:t>dsu</a:t>
            </a:r>
            <a:r>
              <a:rPr lang="en-US" altLang="ko-KR" dirty="0"/>
              <a:t>[y]=x; </a:t>
            </a:r>
          </a:p>
          <a:p>
            <a:pPr marL="0" indent="0">
              <a:buNone/>
            </a:pPr>
            <a:r>
              <a:rPr lang="en-US" altLang="ko-KR" dirty="0"/>
              <a:t>    else </a:t>
            </a:r>
            <a:r>
              <a:rPr lang="en-US" altLang="ko-KR" dirty="0" err="1"/>
              <a:t>dsu</a:t>
            </a:r>
            <a:r>
              <a:rPr lang="en-US" altLang="ko-KR" dirty="0"/>
              <a:t>[x]=y; 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71A7609-0CA2-012C-1760-55531BAE7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n-US" altLang="ko-KR" dirty="0"/>
              <a:t>Find</a:t>
            </a:r>
            <a:r>
              <a:rPr lang="ko-KR" altLang="en-US" dirty="0"/>
              <a:t> 함수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7736073-9F2A-FDAA-B315-65332F5BCAD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// </a:t>
            </a:r>
            <a:r>
              <a:rPr lang="ko-KR" altLang="en-US" dirty="0"/>
              <a:t>경로 압축까지 구현된 </a:t>
            </a:r>
            <a:r>
              <a:rPr lang="en-US" altLang="ko-KR" dirty="0"/>
              <a:t>find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// </a:t>
            </a:r>
            <a:r>
              <a:rPr lang="ko-KR" altLang="en-US" dirty="0"/>
              <a:t>경로 압축을 하게 되면 반복적으로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// </a:t>
            </a:r>
            <a:r>
              <a:rPr lang="ko-KR" altLang="en-US" dirty="0"/>
              <a:t>같은 원소의 집합을 찾을 때 더 효율적이다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int _find(int </a:t>
            </a:r>
            <a:r>
              <a:rPr lang="en-US" altLang="ko-KR" dirty="0" err="1"/>
              <a:t>toFind</a:t>
            </a:r>
            <a:r>
              <a:rPr lang="en-US" altLang="ko-KR" dirty="0"/>
              <a:t>){</a:t>
            </a:r>
          </a:p>
          <a:p>
            <a:pPr marL="0" indent="0">
              <a:buNone/>
            </a:pPr>
            <a:r>
              <a:rPr lang="en-US" altLang="ko-KR" dirty="0"/>
              <a:t>    // </a:t>
            </a:r>
            <a:r>
              <a:rPr lang="ko-KR" altLang="en-US" dirty="0"/>
              <a:t>경로 압축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r>
              <a:rPr lang="en-US" altLang="ko-KR" dirty="0"/>
              <a:t>    if (</a:t>
            </a:r>
            <a:r>
              <a:rPr lang="en-US" altLang="ko-KR" dirty="0" err="1"/>
              <a:t>dsu</a:t>
            </a:r>
            <a:r>
              <a:rPr lang="en-US" altLang="ko-KR" dirty="0"/>
              <a:t>[</a:t>
            </a:r>
            <a:r>
              <a:rPr lang="en-US" altLang="ko-KR" dirty="0" err="1"/>
              <a:t>toFind</a:t>
            </a:r>
            <a:r>
              <a:rPr lang="en-US" altLang="ko-KR" dirty="0"/>
              <a:t>] != </a:t>
            </a:r>
            <a:r>
              <a:rPr lang="en-US" altLang="ko-KR" dirty="0" err="1"/>
              <a:t>toFind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    </a:t>
            </a:r>
            <a:r>
              <a:rPr lang="en-US" altLang="ko-KR" dirty="0" err="1"/>
              <a:t>dsu</a:t>
            </a:r>
            <a:r>
              <a:rPr lang="en-US" altLang="ko-KR" dirty="0"/>
              <a:t>[</a:t>
            </a:r>
            <a:r>
              <a:rPr lang="en-US" altLang="ko-KR" dirty="0" err="1"/>
              <a:t>toFind</a:t>
            </a:r>
            <a:r>
              <a:rPr lang="en-US" altLang="ko-KR" dirty="0"/>
              <a:t>] = find(</a:t>
            </a:r>
            <a:r>
              <a:rPr lang="en-US" altLang="ko-KR" dirty="0" err="1"/>
              <a:t>dsu</a:t>
            </a:r>
            <a:r>
              <a:rPr lang="en-US" altLang="ko-KR" dirty="0"/>
              <a:t>[</a:t>
            </a:r>
            <a:r>
              <a:rPr lang="en-US" altLang="ko-KR" dirty="0" err="1"/>
              <a:t>toFind</a:t>
            </a:r>
            <a:r>
              <a:rPr lang="en-US" altLang="ko-KR" dirty="0"/>
              <a:t>]);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</a:p>
          <a:p>
            <a:pPr marL="0" indent="0">
              <a:buNone/>
            </a:pPr>
            <a:r>
              <a:rPr lang="en-US" altLang="ko-KR" dirty="0"/>
              <a:t>    return </a:t>
            </a:r>
            <a:r>
              <a:rPr lang="en-US" altLang="ko-KR" dirty="0" err="1"/>
              <a:t>dsu</a:t>
            </a:r>
            <a:r>
              <a:rPr lang="en-US" altLang="ko-KR" dirty="0"/>
              <a:t>[</a:t>
            </a:r>
            <a:r>
              <a:rPr lang="en-US" altLang="ko-KR" dirty="0" err="1"/>
              <a:t>toFind</a:t>
            </a:r>
            <a:r>
              <a:rPr lang="en-US" altLang="ko-KR" dirty="0"/>
              <a:t>];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617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CB90-80E2-4892-3BB5-70C5DCA9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155D2-46BB-FAD5-0725-09703F5F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B5D897-5B41-4727-0C8F-6152052D9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경로 압축은 </a:t>
            </a:r>
            <a:r>
              <a:rPr lang="en-US" altLang="ko-KR" sz="2400" dirty="0"/>
              <a:t>Find </a:t>
            </a:r>
            <a:r>
              <a:rPr lang="ko-KR" altLang="en-US" sz="2400" dirty="0"/>
              <a:t>함수 과정에서 실행할 수 있는 분리 집합 최적화 방법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000" dirty="0"/>
              <a:t>간단하게 이해하면</a:t>
            </a:r>
            <a:r>
              <a:rPr lang="en-US" altLang="ko-KR" sz="2000" dirty="0"/>
              <a:t>, find </a:t>
            </a:r>
            <a:r>
              <a:rPr lang="ko-KR" altLang="en-US" sz="2000" dirty="0"/>
              <a:t>함수를 호출할 때 노드가 루트 노드가 아닌 경우</a:t>
            </a:r>
            <a:r>
              <a:rPr lang="en-US" altLang="ko-KR" sz="2000" dirty="0"/>
              <a:t>, </a:t>
            </a:r>
            <a:r>
              <a:rPr lang="ko-KR" altLang="en-US" sz="2000" dirty="0"/>
              <a:t>해당 노드를 집합의 루트 노드로 가리키게 업데이트 하는 방법</a:t>
            </a:r>
            <a:r>
              <a:rPr lang="en-US" altLang="ko-KR" sz="2000" dirty="0"/>
              <a:t>.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9ABDAFD-7344-C404-CD09-64E3CAE196B6}"/>
              </a:ext>
            </a:extLst>
          </p:cNvPr>
          <p:cNvGrpSpPr/>
          <p:nvPr/>
        </p:nvGrpSpPr>
        <p:grpSpPr>
          <a:xfrm>
            <a:off x="604763" y="2952020"/>
            <a:ext cx="3875905" cy="3540855"/>
            <a:chOff x="392327" y="2342709"/>
            <a:chExt cx="4847001" cy="442800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2C2DB49-FAB6-0418-5D44-70DA65C2E91D}"/>
                </a:ext>
              </a:extLst>
            </p:cNvPr>
            <p:cNvSpPr/>
            <p:nvPr/>
          </p:nvSpPr>
          <p:spPr>
            <a:xfrm>
              <a:off x="487218" y="2757286"/>
              <a:ext cx="701963" cy="70196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</a:t>
              </a:r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4482E04-967C-BF26-81D0-CD1A359E6CBF}"/>
                </a:ext>
              </a:extLst>
            </p:cNvPr>
            <p:cNvSpPr/>
            <p:nvPr/>
          </p:nvSpPr>
          <p:spPr>
            <a:xfrm>
              <a:off x="1332346" y="3413527"/>
              <a:ext cx="701963" cy="70196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977D272-0FB0-9829-C47B-A1A6A9601654}"/>
                </a:ext>
              </a:extLst>
            </p:cNvPr>
            <p:cNvSpPr/>
            <p:nvPr/>
          </p:nvSpPr>
          <p:spPr>
            <a:xfrm>
              <a:off x="2177474" y="4032134"/>
              <a:ext cx="701963" cy="70196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E7FE774-458E-9B16-4666-CF757843551E}"/>
                </a:ext>
              </a:extLst>
            </p:cNvPr>
            <p:cNvSpPr/>
            <p:nvPr/>
          </p:nvSpPr>
          <p:spPr>
            <a:xfrm>
              <a:off x="2879437" y="4734097"/>
              <a:ext cx="701963" cy="70196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022F1F1-7AE4-7E17-7067-0E69C2B109AF}"/>
                </a:ext>
              </a:extLst>
            </p:cNvPr>
            <p:cNvSpPr/>
            <p:nvPr/>
          </p:nvSpPr>
          <p:spPr>
            <a:xfrm>
              <a:off x="3708401" y="5436060"/>
              <a:ext cx="701963" cy="70196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5A48BD1-5C25-F99A-3877-EC4CFAB15BD3}"/>
                </a:ext>
              </a:extLst>
            </p:cNvPr>
            <p:cNvSpPr/>
            <p:nvPr/>
          </p:nvSpPr>
          <p:spPr>
            <a:xfrm>
              <a:off x="4537365" y="6068751"/>
              <a:ext cx="701963" cy="70196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5</a:t>
              </a:r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B2B5FF5-A0A8-34B8-85F7-263CFF1E4B0A}"/>
                </a:ext>
              </a:extLst>
            </p:cNvPr>
            <p:cNvGrpSpPr/>
            <p:nvPr/>
          </p:nvGrpSpPr>
          <p:grpSpPr>
            <a:xfrm>
              <a:off x="392327" y="2342709"/>
              <a:ext cx="533520" cy="446760"/>
              <a:chOff x="392327" y="2342709"/>
              <a:chExt cx="533520" cy="446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11" name="잉크 10">
                    <a:extLst>
                      <a:ext uri="{FF2B5EF4-FFF2-40B4-BE49-F238E27FC236}">
                        <a16:creationId xmlns:a16="http://schemas.microsoft.com/office/drawing/2014/main" id="{B5F72DAA-A186-B0A6-F9A7-7C30C8D0DA67}"/>
                      </a:ext>
                    </a:extLst>
                  </p14:cNvPr>
                  <p14:cNvContentPartPr/>
                  <p14:nvPr/>
                </p14:nvContentPartPr>
                <p14:xfrm>
                  <a:off x="392327" y="2342709"/>
                  <a:ext cx="533520" cy="446760"/>
                </p14:xfrm>
              </p:contentPart>
            </mc:Choice>
            <mc:Fallback xmlns="">
              <p:pic>
                <p:nvPicPr>
                  <p:cNvPr id="11" name="잉크 10">
                    <a:extLst>
                      <a:ext uri="{FF2B5EF4-FFF2-40B4-BE49-F238E27FC236}">
                        <a16:creationId xmlns:a16="http://schemas.microsoft.com/office/drawing/2014/main" id="{B5F72DAA-A186-B0A6-F9A7-7C30C8D0DA67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84673" y="2335061"/>
                    <a:ext cx="548828" cy="4620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2" name="잉크 11">
                    <a:extLst>
                      <a:ext uri="{FF2B5EF4-FFF2-40B4-BE49-F238E27FC236}">
                        <a16:creationId xmlns:a16="http://schemas.microsoft.com/office/drawing/2014/main" id="{567BC38E-6AC8-5B00-5247-CA8295A6C4E8}"/>
                      </a:ext>
                    </a:extLst>
                  </p14:cNvPr>
                  <p14:cNvContentPartPr/>
                  <p14:nvPr/>
                </p14:nvContentPartPr>
                <p14:xfrm>
                  <a:off x="774647" y="2548989"/>
                  <a:ext cx="144360" cy="160920"/>
                </p14:xfrm>
              </p:contentPart>
            </mc:Choice>
            <mc:Fallback xmlns="">
              <p:pic>
                <p:nvPicPr>
                  <p:cNvPr id="12" name="잉크 11">
                    <a:extLst>
                      <a:ext uri="{FF2B5EF4-FFF2-40B4-BE49-F238E27FC236}">
                        <a16:creationId xmlns:a16="http://schemas.microsoft.com/office/drawing/2014/main" id="{567BC38E-6AC8-5B00-5247-CA8295A6C4E8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67002" y="2541348"/>
                    <a:ext cx="159650" cy="17620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76E269F-B528-EF85-F5C9-E4D24AC248DA}"/>
                </a:ext>
              </a:extLst>
            </p:cNvPr>
            <p:cNvGrpSpPr/>
            <p:nvPr/>
          </p:nvGrpSpPr>
          <p:grpSpPr>
            <a:xfrm>
              <a:off x="1087847" y="3498669"/>
              <a:ext cx="261000" cy="196200"/>
              <a:chOff x="1087847" y="3498669"/>
              <a:chExt cx="261000" cy="196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4" name="잉크 13">
                    <a:extLst>
                      <a:ext uri="{FF2B5EF4-FFF2-40B4-BE49-F238E27FC236}">
                        <a16:creationId xmlns:a16="http://schemas.microsoft.com/office/drawing/2014/main" id="{5EC138F1-9AAC-0A6D-8988-D756126E06E9}"/>
                      </a:ext>
                    </a:extLst>
                  </p14:cNvPr>
                  <p14:cNvContentPartPr/>
                  <p14:nvPr/>
                </p14:nvContentPartPr>
                <p14:xfrm>
                  <a:off x="1087847" y="3500469"/>
                  <a:ext cx="261000" cy="194400"/>
                </p14:xfrm>
              </p:contentPart>
            </mc:Choice>
            <mc:Fallback xmlns="">
              <p:pic>
                <p:nvPicPr>
                  <p:cNvPr id="14" name="잉크 13">
                    <a:extLst>
                      <a:ext uri="{FF2B5EF4-FFF2-40B4-BE49-F238E27FC236}">
                        <a16:creationId xmlns:a16="http://schemas.microsoft.com/office/drawing/2014/main" id="{5EC138F1-9AAC-0A6D-8988-D756126E06E9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80197" y="3492819"/>
                    <a:ext cx="276300" cy="2097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5" name="잉크 14">
                    <a:extLst>
                      <a:ext uri="{FF2B5EF4-FFF2-40B4-BE49-F238E27FC236}">
                        <a16:creationId xmlns:a16="http://schemas.microsoft.com/office/drawing/2014/main" id="{8D4ACF35-583E-89A6-D800-0940B64718C7}"/>
                      </a:ext>
                    </a:extLst>
                  </p14:cNvPr>
                  <p14:cNvContentPartPr/>
                  <p14:nvPr/>
                </p14:nvContentPartPr>
                <p14:xfrm>
                  <a:off x="1105487" y="3498669"/>
                  <a:ext cx="218880" cy="150120"/>
                </p14:xfrm>
              </p:contentPart>
            </mc:Choice>
            <mc:Fallback xmlns="">
              <p:pic>
                <p:nvPicPr>
                  <p:cNvPr id="15" name="잉크 14">
                    <a:extLst>
                      <a:ext uri="{FF2B5EF4-FFF2-40B4-BE49-F238E27FC236}">
                        <a16:creationId xmlns:a16="http://schemas.microsoft.com/office/drawing/2014/main" id="{8D4ACF35-583E-89A6-D800-0940B64718C7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097831" y="3491028"/>
                    <a:ext cx="234193" cy="16540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2463ED9-2FD7-37FC-190F-8E3A289FBFA9}"/>
                </a:ext>
              </a:extLst>
            </p:cNvPr>
            <p:cNvGrpSpPr/>
            <p:nvPr/>
          </p:nvGrpSpPr>
          <p:grpSpPr>
            <a:xfrm>
              <a:off x="1911887" y="4075029"/>
              <a:ext cx="314280" cy="164520"/>
              <a:chOff x="1911887" y="4075029"/>
              <a:chExt cx="314280" cy="164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7" name="잉크 16">
                    <a:extLst>
                      <a:ext uri="{FF2B5EF4-FFF2-40B4-BE49-F238E27FC236}">
                        <a16:creationId xmlns:a16="http://schemas.microsoft.com/office/drawing/2014/main" id="{48103F2E-A289-D5F9-99E0-1B47433F4899}"/>
                      </a:ext>
                    </a:extLst>
                  </p14:cNvPr>
                  <p14:cNvContentPartPr/>
                  <p14:nvPr/>
                </p14:nvContentPartPr>
                <p14:xfrm>
                  <a:off x="1987487" y="4095189"/>
                  <a:ext cx="238680" cy="144360"/>
                </p14:xfrm>
              </p:contentPart>
            </mc:Choice>
            <mc:Fallback xmlns="">
              <p:pic>
                <p:nvPicPr>
                  <p:cNvPr id="17" name="잉크 16">
                    <a:extLst>
                      <a:ext uri="{FF2B5EF4-FFF2-40B4-BE49-F238E27FC236}">
                        <a16:creationId xmlns:a16="http://schemas.microsoft.com/office/drawing/2014/main" id="{48103F2E-A289-D5F9-99E0-1B47433F4899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979831" y="4087544"/>
                    <a:ext cx="253992" cy="1596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8" name="잉크 17">
                    <a:extLst>
                      <a:ext uri="{FF2B5EF4-FFF2-40B4-BE49-F238E27FC236}">
                        <a16:creationId xmlns:a16="http://schemas.microsoft.com/office/drawing/2014/main" id="{CAC1C784-6CB4-DD9C-7C1E-D97CC6086EA9}"/>
                      </a:ext>
                    </a:extLst>
                  </p14:cNvPr>
                  <p14:cNvContentPartPr/>
                  <p14:nvPr/>
                </p14:nvContentPartPr>
                <p14:xfrm>
                  <a:off x="1911887" y="4075029"/>
                  <a:ext cx="302040" cy="127440"/>
                </p14:xfrm>
              </p:contentPart>
            </mc:Choice>
            <mc:Fallback xmlns="">
              <p:pic>
                <p:nvPicPr>
                  <p:cNvPr id="18" name="잉크 17">
                    <a:extLst>
                      <a:ext uri="{FF2B5EF4-FFF2-40B4-BE49-F238E27FC236}">
                        <a16:creationId xmlns:a16="http://schemas.microsoft.com/office/drawing/2014/main" id="{CAC1C784-6CB4-DD9C-7C1E-D97CC6086EA9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904235" y="4067374"/>
                    <a:ext cx="317345" cy="14275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80BDCDB-8846-17B7-0857-9A2CBC1AAFC7}"/>
                </a:ext>
              </a:extLst>
            </p:cNvPr>
            <p:cNvGrpSpPr/>
            <p:nvPr/>
          </p:nvGrpSpPr>
          <p:grpSpPr>
            <a:xfrm>
              <a:off x="2768327" y="4662909"/>
              <a:ext cx="344520" cy="177120"/>
              <a:chOff x="2768327" y="4662909"/>
              <a:chExt cx="344520" cy="177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0" name="잉크 19">
                    <a:extLst>
                      <a:ext uri="{FF2B5EF4-FFF2-40B4-BE49-F238E27FC236}">
                        <a16:creationId xmlns:a16="http://schemas.microsoft.com/office/drawing/2014/main" id="{47AFFB4A-C2D3-B2D3-4432-3FFEBF14894D}"/>
                      </a:ext>
                    </a:extLst>
                  </p14:cNvPr>
                  <p14:cNvContentPartPr/>
                  <p14:nvPr/>
                </p14:nvContentPartPr>
                <p14:xfrm>
                  <a:off x="2823407" y="4694589"/>
                  <a:ext cx="289440" cy="145440"/>
                </p14:xfrm>
              </p:contentPart>
            </mc:Choice>
            <mc:Fallback xmlns="">
              <p:pic>
                <p:nvPicPr>
                  <p:cNvPr id="20" name="잉크 19">
                    <a:extLst>
                      <a:ext uri="{FF2B5EF4-FFF2-40B4-BE49-F238E27FC236}">
                        <a16:creationId xmlns:a16="http://schemas.microsoft.com/office/drawing/2014/main" id="{47AFFB4A-C2D3-B2D3-4432-3FFEBF14894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815755" y="4686958"/>
                    <a:ext cx="304745" cy="1607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1" name="잉크 20">
                    <a:extLst>
                      <a:ext uri="{FF2B5EF4-FFF2-40B4-BE49-F238E27FC236}">
                        <a16:creationId xmlns:a16="http://schemas.microsoft.com/office/drawing/2014/main" id="{0631813B-D232-F40B-32C4-228F9BD86F47}"/>
                      </a:ext>
                    </a:extLst>
                  </p14:cNvPr>
                  <p14:cNvContentPartPr/>
                  <p14:nvPr/>
                </p14:nvContentPartPr>
                <p14:xfrm>
                  <a:off x="2768327" y="4662909"/>
                  <a:ext cx="280800" cy="149400"/>
                </p14:xfrm>
              </p:contentPart>
            </mc:Choice>
            <mc:Fallback xmlns="">
              <p:pic>
                <p:nvPicPr>
                  <p:cNvPr id="21" name="잉크 20">
                    <a:extLst>
                      <a:ext uri="{FF2B5EF4-FFF2-40B4-BE49-F238E27FC236}">
                        <a16:creationId xmlns:a16="http://schemas.microsoft.com/office/drawing/2014/main" id="{0631813B-D232-F40B-32C4-228F9BD86F47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2760677" y="4655259"/>
                    <a:ext cx="296100" cy="1647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3B38628-CC1D-66A6-898A-A1E6EDEDAC5E}"/>
                </a:ext>
              </a:extLst>
            </p:cNvPr>
            <p:cNvGrpSpPr/>
            <p:nvPr/>
          </p:nvGrpSpPr>
          <p:grpSpPr>
            <a:xfrm>
              <a:off x="3426407" y="5408829"/>
              <a:ext cx="314640" cy="207000"/>
              <a:chOff x="3426407" y="5408829"/>
              <a:chExt cx="314640" cy="207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455EA338-0130-2E86-148F-4514C7AF027E}"/>
                      </a:ext>
                    </a:extLst>
                  </p14:cNvPr>
                  <p14:cNvContentPartPr/>
                  <p14:nvPr/>
                </p14:nvContentPartPr>
                <p14:xfrm>
                  <a:off x="3485447" y="5421789"/>
                  <a:ext cx="255600" cy="194040"/>
                </p14:xfrm>
              </p:contentPart>
            </mc:Choice>
            <mc:Fallback xmlns=""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455EA338-0130-2E86-148F-4514C7AF027E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477797" y="5414135"/>
                    <a:ext cx="270900" cy="2093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9705AE26-87F0-2250-E482-689CD68640BF}"/>
                      </a:ext>
                    </a:extLst>
                  </p14:cNvPr>
                  <p14:cNvContentPartPr/>
                  <p14:nvPr/>
                </p14:nvContentPartPr>
                <p14:xfrm>
                  <a:off x="3426407" y="5408829"/>
                  <a:ext cx="180720" cy="133200"/>
                </p14:xfrm>
              </p:contentPart>
            </mc:Choice>
            <mc:Fallback xmlns=""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9705AE26-87F0-2250-E482-689CD68640BF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3418765" y="5401179"/>
                    <a:ext cx="196005" cy="1485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FCB225D-61DD-C1E1-E673-A29F6D796997}"/>
                </a:ext>
              </a:extLst>
            </p:cNvPr>
            <p:cNvGrpSpPr/>
            <p:nvPr/>
          </p:nvGrpSpPr>
          <p:grpSpPr>
            <a:xfrm>
              <a:off x="4415687" y="5874309"/>
              <a:ext cx="286200" cy="194040"/>
              <a:chOff x="4415687" y="5874309"/>
              <a:chExt cx="286200" cy="194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A58AE012-DD40-28AE-5BBD-DBC16AC90AE8}"/>
                      </a:ext>
                    </a:extLst>
                  </p14:cNvPr>
                  <p14:cNvContentPartPr/>
                  <p14:nvPr/>
                </p14:nvContentPartPr>
                <p14:xfrm>
                  <a:off x="4512167" y="5928309"/>
                  <a:ext cx="189720" cy="14004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A58AE012-DD40-28AE-5BBD-DBC16AC90AE8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504506" y="5920679"/>
                    <a:ext cx="205042" cy="1553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5EE10DF5-B0AA-0641-7418-3292670E1081}"/>
                      </a:ext>
                    </a:extLst>
                  </p14:cNvPr>
                  <p14:cNvContentPartPr/>
                  <p14:nvPr/>
                </p14:nvContentPartPr>
                <p14:xfrm>
                  <a:off x="4415687" y="5874309"/>
                  <a:ext cx="220680" cy="12960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5EE10DF5-B0AA-0641-7418-3292670E1081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4408046" y="5866659"/>
                    <a:ext cx="235961" cy="1449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835859A2-64FE-E233-5BB6-5217AC74E012}"/>
              </a:ext>
            </a:extLst>
          </p:cNvPr>
          <p:cNvSpPr/>
          <p:nvPr/>
        </p:nvSpPr>
        <p:spPr>
          <a:xfrm>
            <a:off x="3294839" y="4215911"/>
            <a:ext cx="3689142" cy="5911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r>
              <a:rPr lang="ko-KR" altLang="en-US" dirty="0"/>
              <a:t>번 노드에서 </a:t>
            </a:r>
            <a:r>
              <a:rPr lang="en-US" altLang="ko-KR" dirty="0"/>
              <a:t>Find </a:t>
            </a:r>
            <a:r>
              <a:rPr lang="ko-KR" altLang="en-US" dirty="0"/>
              <a:t>함수 수행 후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58FEEDA-C92A-7AFD-2F13-F29CC8445A77}"/>
              </a:ext>
            </a:extLst>
          </p:cNvPr>
          <p:cNvSpPr/>
          <p:nvPr/>
        </p:nvSpPr>
        <p:spPr>
          <a:xfrm>
            <a:off x="9188147" y="3457318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50718B7-AA43-9F02-E61D-8A7C691D62E3}"/>
              </a:ext>
            </a:extLst>
          </p:cNvPr>
          <p:cNvSpPr/>
          <p:nvPr/>
        </p:nvSpPr>
        <p:spPr>
          <a:xfrm>
            <a:off x="7537859" y="3710612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B3AD0B4-E1A1-6BCA-B0F3-D20A2743EB18}"/>
              </a:ext>
            </a:extLst>
          </p:cNvPr>
          <p:cNvSpPr/>
          <p:nvPr/>
        </p:nvSpPr>
        <p:spPr>
          <a:xfrm>
            <a:off x="10464534" y="3873180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DD0262E-85D9-BAF8-1365-154030E5F6B8}"/>
              </a:ext>
            </a:extLst>
          </p:cNvPr>
          <p:cNvSpPr/>
          <p:nvPr/>
        </p:nvSpPr>
        <p:spPr>
          <a:xfrm>
            <a:off x="8359075" y="444640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08B63DC-FC43-F6B5-5245-E64D9AD7E554}"/>
              </a:ext>
            </a:extLst>
          </p:cNvPr>
          <p:cNvSpPr/>
          <p:nvPr/>
        </p:nvSpPr>
        <p:spPr>
          <a:xfrm>
            <a:off x="9596207" y="4655808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E46ACFB-F93D-8668-4E6E-B1125C86F3AA}"/>
              </a:ext>
            </a:extLst>
          </p:cNvPr>
          <p:cNvSpPr/>
          <p:nvPr/>
        </p:nvSpPr>
        <p:spPr>
          <a:xfrm>
            <a:off x="9596207" y="5884595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08AC0B8-DAE8-E7B6-E6BD-B3B755B535DB}"/>
              </a:ext>
            </a:extLst>
          </p:cNvPr>
          <p:cNvGrpSpPr/>
          <p:nvPr/>
        </p:nvGrpSpPr>
        <p:grpSpPr>
          <a:xfrm>
            <a:off x="8347930" y="3701239"/>
            <a:ext cx="776160" cy="191880"/>
            <a:chOff x="1930247" y="3139029"/>
            <a:chExt cx="77616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8C75A86C-07E0-1683-8C15-126EB38D8939}"/>
                    </a:ext>
                  </a:extLst>
                </p14:cNvPr>
                <p14:cNvContentPartPr/>
                <p14:nvPr/>
              </p14:nvContentPartPr>
              <p14:xfrm>
                <a:off x="1930247" y="3139029"/>
                <a:ext cx="771120" cy="11556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8C75A86C-07E0-1683-8C15-126EB38D893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4127" y="3132909"/>
                  <a:ext cx="783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2375A2EF-C3A9-10E4-A436-C464A36E0CAA}"/>
                    </a:ext>
                  </a:extLst>
                </p14:cNvPr>
                <p14:cNvContentPartPr/>
                <p14:nvPr/>
              </p14:nvContentPartPr>
              <p14:xfrm>
                <a:off x="2567447" y="3170349"/>
                <a:ext cx="138960" cy="16056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2375A2EF-C3A9-10E4-A436-C464A36E0C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61327" y="3164229"/>
                  <a:ext cx="15120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8F77C4A-FCBC-D5BA-869B-00FA5D5112E9}"/>
              </a:ext>
            </a:extLst>
          </p:cNvPr>
          <p:cNvGrpSpPr/>
          <p:nvPr/>
        </p:nvGrpSpPr>
        <p:grpSpPr>
          <a:xfrm>
            <a:off x="8912807" y="4063509"/>
            <a:ext cx="970200" cy="628920"/>
            <a:chOff x="8912807" y="4063509"/>
            <a:chExt cx="97020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52832B4-A414-9212-8C9D-2605AA032210}"/>
                    </a:ext>
                  </a:extLst>
                </p14:cNvPr>
                <p14:cNvContentPartPr/>
                <p14:nvPr/>
              </p14:nvContentPartPr>
              <p14:xfrm>
                <a:off x="8912807" y="4134789"/>
                <a:ext cx="311760" cy="3081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52832B4-A414-9212-8C9D-2605AA0322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06687" y="4128669"/>
                  <a:ext cx="3240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D1C95941-BA78-AC1C-3DA6-577E1AF7661D}"/>
                    </a:ext>
                  </a:extLst>
                </p14:cNvPr>
                <p14:cNvContentPartPr/>
                <p14:nvPr/>
              </p14:nvContentPartPr>
              <p14:xfrm>
                <a:off x="9199007" y="4063509"/>
                <a:ext cx="164880" cy="23112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D1C95941-BA78-AC1C-3DA6-577E1AF766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92887" y="4057389"/>
                  <a:ext cx="177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1A98ABFF-34F1-D0DD-2410-9FF6F11965EE}"/>
                    </a:ext>
                  </a:extLst>
                </p14:cNvPr>
                <p14:cNvContentPartPr/>
                <p14:nvPr/>
              </p14:nvContentPartPr>
              <p14:xfrm>
                <a:off x="9623087" y="4203549"/>
                <a:ext cx="259920" cy="48888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1A98ABFF-34F1-D0DD-2410-9FF6F11965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16967" y="4197429"/>
                  <a:ext cx="2721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AC071B92-9C06-578A-B9B3-F099EE66E1F7}"/>
                    </a:ext>
                  </a:extLst>
                </p14:cNvPr>
                <p14:cNvContentPartPr/>
                <p14:nvPr/>
              </p14:nvContentPartPr>
              <p14:xfrm>
                <a:off x="9578087" y="4173669"/>
                <a:ext cx="197280" cy="14004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AC071B92-9C06-578A-B9B3-F099EE66E1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71967" y="4167549"/>
                  <a:ext cx="2095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9965C96-59C1-2252-960C-02AF71341417}"/>
              </a:ext>
            </a:extLst>
          </p:cNvPr>
          <p:cNvGrpSpPr/>
          <p:nvPr/>
        </p:nvGrpSpPr>
        <p:grpSpPr>
          <a:xfrm>
            <a:off x="9948527" y="3756069"/>
            <a:ext cx="636480" cy="262080"/>
            <a:chOff x="9948527" y="3756069"/>
            <a:chExt cx="63648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12E2BA4B-36F6-D078-EF76-57D25A897FC9}"/>
                    </a:ext>
                  </a:extLst>
                </p14:cNvPr>
                <p14:cNvContentPartPr/>
                <p14:nvPr/>
              </p14:nvContentPartPr>
              <p14:xfrm>
                <a:off x="9994247" y="3878829"/>
                <a:ext cx="590760" cy="13932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12E2BA4B-36F6-D078-EF76-57D25A897F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88127" y="3872709"/>
                  <a:ext cx="603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6BD487C0-7763-2B6E-A271-BEE6E196A4D8}"/>
                    </a:ext>
                  </a:extLst>
                </p14:cNvPr>
                <p14:cNvContentPartPr/>
                <p14:nvPr/>
              </p14:nvContentPartPr>
              <p14:xfrm>
                <a:off x="9948527" y="3756069"/>
                <a:ext cx="304920" cy="23436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6BD487C0-7763-2B6E-A271-BEE6E196A4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42407" y="3749949"/>
                  <a:ext cx="31716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DB9AA4E-00D8-5348-7230-748D70A9D1DA}"/>
              </a:ext>
            </a:extLst>
          </p:cNvPr>
          <p:cNvGrpSpPr/>
          <p:nvPr/>
        </p:nvGrpSpPr>
        <p:grpSpPr>
          <a:xfrm>
            <a:off x="9827207" y="5276349"/>
            <a:ext cx="315360" cy="635040"/>
            <a:chOff x="9827207" y="5276349"/>
            <a:chExt cx="31536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64C6DEF4-AE6D-5BCD-D09F-709D67F0A209}"/>
                    </a:ext>
                  </a:extLst>
                </p14:cNvPr>
                <p14:cNvContentPartPr/>
                <p14:nvPr/>
              </p14:nvContentPartPr>
              <p14:xfrm>
                <a:off x="9882287" y="5310909"/>
                <a:ext cx="102240" cy="60048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64C6DEF4-AE6D-5BCD-D09F-709D67F0A20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76167" y="5304789"/>
                  <a:ext cx="11448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9411094B-972E-4016-159D-9D4F6CBE8B91}"/>
                    </a:ext>
                  </a:extLst>
                </p14:cNvPr>
                <p14:cNvContentPartPr/>
                <p14:nvPr/>
              </p14:nvContentPartPr>
              <p14:xfrm>
                <a:off x="9827207" y="5276349"/>
                <a:ext cx="315360" cy="22320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9411094B-972E-4016-159D-9D4F6CBE8B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21087" y="5270229"/>
                  <a:ext cx="327600" cy="23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003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0C30-FD80-3782-6D3B-06A667BD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C35C2-125A-85B5-90EB-4A88690E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7F90DF-BC80-DA68-C245-7DC819DB7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05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이미지</a:t>
            </a:r>
            <a:endParaRPr lang="en-US" altLang="ko-KR" sz="2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3D9F592-0BEE-967A-C98D-D3C193C9D567}"/>
              </a:ext>
            </a:extLst>
          </p:cNvPr>
          <p:cNvSpPr/>
          <p:nvPr/>
        </p:nvSpPr>
        <p:spPr>
          <a:xfrm>
            <a:off x="2207491" y="301812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D766745-2AB5-8E74-E1A3-B9D53AAF8A8E}"/>
              </a:ext>
            </a:extLst>
          </p:cNvPr>
          <p:cNvSpPr/>
          <p:nvPr/>
        </p:nvSpPr>
        <p:spPr>
          <a:xfrm>
            <a:off x="3278908" y="2237510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B71424D-7FF8-2070-3813-776DCBBC8872}"/>
              </a:ext>
            </a:extLst>
          </p:cNvPr>
          <p:cNvSpPr/>
          <p:nvPr/>
        </p:nvSpPr>
        <p:spPr>
          <a:xfrm>
            <a:off x="1093354" y="3753139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0BA2BF0-EF28-3609-F6EF-A38D2B760A7E}"/>
              </a:ext>
            </a:extLst>
          </p:cNvPr>
          <p:cNvSpPr/>
          <p:nvPr/>
        </p:nvSpPr>
        <p:spPr>
          <a:xfrm>
            <a:off x="2784763" y="4266912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015083-6676-0432-065D-F1278ED8960A}"/>
              </a:ext>
            </a:extLst>
          </p:cNvPr>
          <p:cNvSpPr/>
          <p:nvPr/>
        </p:nvSpPr>
        <p:spPr>
          <a:xfrm>
            <a:off x="4105563" y="301812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F46491A-6F24-D23F-CDB6-B4BB34DEBC69}"/>
              </a:ext>
            </a:extLst>
          </p:cNvPr>
          <p:cNvSpPr/>
          <p:nvPr/>
        </p:nvSpPr>
        <p:spPr>
          <a:xfrm>
            <a:off x="1093355" y="507357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4FA8148-C080-DE2D-C2CC-E5CF54D5F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684367"/>
              </p:ext>
            </p:extLst>
          </p:nvPr>
        </p:nvGraphicFramePr>
        <p:xfrm>
          <a:off x="6096000" y="2052090"/>
          <a:ext cx="5129241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77825637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4061388375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2991158323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93586444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102566638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79588154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61398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소속 집합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191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E9C4058-78B2-824C-F447-484443A0AD0D}"/>
                  </a:ext>
                </a:extLst>
              </p14:cNvPr>
              <p14:cNvContentPartPr/>
              <p14:nvPr/>
            </p14:nvContentPartPr>
            <p14:xfrm>
              <a:off x="1504727" y="3360429"/>
              <a:ext cx="464400" cy="3898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E9C4058-78B2-824C-F447-484443A0AD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8607" y="3354309"/>
                <a:ext cx="47664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A6F7004E-047B-9E1F-DF6D-C1CA886D482A}"/>
                  </a:ext>
                </a:extLst>
              </p14:cNvPr>
              <p14:cNvContentPartPr/>
              <p14:nvPr/>
            </p14:nvContentPartPr>
            <p14:xfrm>
              <a:off x="1773287" y="3278709"/>
              <a:ext cx="273240" cy="2512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A6F7004E-047B-9E1F-DF6D-C1CA886D48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7167" y="3272589"/>
                <a:ext cx="28548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0C5A675F-EA2C-4AE2-1A0D-C92695D5ECB1}"/>
              </a:ext>
            </a:extLst>
          </p:cNvPr>
          <p:cNvGrpSpPr/>
          <p:nvPr/>
        </p:nvGrpSpPr>
        <p:grpSpPr>
          <a:xfrm>
            <a:off x="1228247" y="4433229"/>
            <a:ext cx="239760" cy="563760"/>
            <a:chOff x="1228247" y="4433229"/>
            <a:chExt cx="23976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F0019EA-D1EA-7E75-0C20-CA5852BC5593}"/>
                    </a:ext>
                  </a:extLst>
                </p14:cNvPr>
                <p14:cNvContentPartPr/>
                <p14:nvPr/>
              </p14:nvContentPartPr>
              <p14:xfrm>
                <a:off x="1284767" y="4507749"/>
                <a:ext cx="100800" cy="4892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F0019EA-D1EA-7E75-0C20-CA5852BC55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8647" y="4501629"/>
                  <a:ext cx="11304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33AB1D4-89B2-3313-D358-30E58169F18D}"/>
                    </a:ext>
                  </a:extLst>
                </p14:cNvPr>
                <p14:cNvContentPartPr/>
                <p14:nvPr/>
              </p14:nvContentPartPr>
              <p14:xfrm>
                <a:off x="1228247" y="4433229"/>
                <a:ext cx="239760" cy="1872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33AB1D4-89B2-3313-D358-30E58169F1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2127" y="4427109"/>
                  <a:ext cx="25200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66A01B-530D-F257-7E56-36FB41AC6F9D}"/>
              </a:ext>
            </a:extLst>
          </p:cNvPr>
          <p:cNvGrpSpPr/>
          <p:nvPr/>
        </p:nvGrpSpPr>
        <p:grpSpPr>
          <a:xfrm>
            <a:off x="2485007" y="3849309"/>
            <a:ext cx="387720" cy="473400"/>
            <a:chOff x="2485007" y="3849309"/>
            <a:chExt cx="38772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8705A0F-0B87-EB1E-7D39-9AC5FFFD24A4}"/>
                    </a:ext>
                  </a:extLst>
                </p14:cNvPr>
                <p14:cNvContentPartPr/>
                <p14:nvPr/>
              </p14:nvContentPartPr>
              <p14:xfrm>
                <a:off x="2498327" y="3891069"/>
                <a:ext cx="374400" cy="4316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8705A0F-0B87-EB1E-7D39-9AC5FFFD24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2207" y="3884949"/>
                  <a:ext cx="38664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C3726ED-78A1-5E14-2ACD-8B96F5BBE7D7}"/>
                    </a:ext>
                  </a:extLst>
                </p14:cNvPr>
                <p14:cNvContentPartPr/>
                <p14:nvPr/>
              </p14:nvContentPartPr>
              <p14:xfrm>
                <a:off x="2485007" y="3849309"/>
                <a:ext cx="190080" cy="2145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C3726ED-78A1-5E14-2ACD-8B96F5BBE7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78887" y="3843189"/>
                  <a:ext cx="20232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EC9FD97-9B2E-01A6-0BDD-049FF928539F}"/>
              </a:ext>
            </a:extLst>
          </p:cNvPr>
          <p:cNvGrpSpPr/>
          <p:nvPr/>
        </p:nvGrpSpPr>
        <p:grpSpPr>
          <a:xfrm>
            <a:off x="2329127" y="2544309"/>
            <a:ext cx="610920" cy="598680"/>
            <a:chOff x="2329127" y="2544309"/>
            <a:chExt cx="61092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9E43C42-400A-4CEE-B3C8-DF91353BBD00}"/>
                    </a:ext>
                  </a:extLst>
                </p14:cNvPr>
                <p14:cNvContentPartPr/>
                <p14:nvPr/>
              </p14:nvContentPartPr>
              <p14:xfrm>
                <a:off x="2329127" y="2544309"/>
                <a:ext cx="610920" cy="495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9E43C42-400A-4CEE-B3C8-DF91353BBD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23007" y="2538189"/>
                  <a:ext cx="6231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5A6DCEA-7866-920A-186B-9E71A73BA4D2}"/>
                    </a:ext>
                  </a:extLst>
                </p14:cNvPr>
                <p14:cNvContentPartPr/>
                <p14:nvPr/>
              </p14:nvContentPartPr>
              <p14:xfrm>
                <a:off x="2701727" y="2973789"/>
                <a:ext cx="111960" cy="1692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5A6DCEA-7866-920A-186B-9E71A73BA4D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95607" y="2967669"/>
                  <a:ext cx="12420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A9C6348-1AA0-784A-0FE3-A225D556C56B}"/>
              </a:ext>
            </a:extLst>
          </p:cNvPr>
          <p:cNvGrpSpPr/>
          <p:nvPr/>
        </p:nvGrpSpPr>
        <p:grpSpPr>
          <a:xfrm>
            <a:off x="3190607" y="1734669"/>
            <a:ext cx="666720" cy="509760"/>
            <a:chOff x="3190607" y="1734669"/>
            <a:chExt cx="66672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D39130DD-B840-DE91-2F2C-A201DAB8C183}"/>
                    </a:ext>
                  </a:extLst>
                </p14:cNvPr>
                <p14:cNvContentPartPr/>
                <p14:nvPr/>
              </p14:nvContentPartPr>
              <p14:xfrm>
                <a:off x="3190607" y="1734669"/>
                <a:ext cx="569880" cy="5097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D39130DD-B840-DE91-2F2C-A201DAB8C1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4487" y="1728549"/>
                  <a:ext cx="5821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85F312C7-0544-9AED-FB03-C54136178DEF}"/>
                    </a:ext>
                  </a:extLst>
                </p14:cNvPr>
                <p14:cNvContentPartPr/>
                <p14:nvPr/>
              </p14:nvContentPartPr>
              <p14:xfrm>
                <a:off x="3648167" y="2050389"/>
                <a:ext cx="209160" cy="1407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85F312C7-0544-9AED-FB03-C54136178D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42047" y="2044269"/>
                  <a:ext cx="22140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B9DB5D0-36CB-20B2-4F9E-BBF48E0A59BA}"/>
              </a:ext>
            </a:extLst>
          </p:cNvPr>
          <p:cNvGrpSpPr/>
          <p:nvPr/>
        </p:nvGrpSpPr>
        <p:grpSpPr>
          <a:xfrm>
            <a:off x="4391567" y="2600829"/>
            <a:ext cx="947520" cy="680400"/>
            <a:chOff x="4391567" y="2600829"/>
            <a:chExt cx="947520" cy="6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26D2518-389E-27F9-9413-150C81B3EE9A}"/>
                    </a:ext>
                  </a:extLst>
                </p14:cNvPr>
                <p14:cNvContentPartPr/>
                <p14:nvPr/>
              </p14:nvContentPartPr>
              <p14:xfrm>
                <a:off x="4391567" y="2600829"/>
                <a:ext cx="947520" cy="50472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026D2518-389E-27F9-9413-150C81B3EE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85447" y="2594709"/>
                  <a:ext cx="9597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6D6598E7-8746-6676-D1B9-D8E559951B3A}"/>
                    </a:ext>
                  </a:extLst>
                </p14:cNvPr>
                <p14:cNvContentPartPr/>
                <p14:nvPr/>
              </p14:nvContentPartPr>
              <p14:xfrm>
                <a:off x="4793327" y="3056949"/>
                <a:ext cx="264960" cy="22428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6D6598E7-8746-6676-D1B9-D8E559951B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7207" y="3050829"/>
                  <a:ext cx="277200" cy="236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3E6EE0C-C6D3-CFB1-31B3-94E363715F57}"/>
              </a:ext>
            </a:extLst>
          </p:cNvPr>
          <p:cNvSpPr txBox="1"/>
          <p:nvPr/>
        </p:nvSpPr>
        <p:spPr>
          <a:xfrm>
            <a:off x="6073000" y="3003807"/>
            <a:ext cx="52608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인덱스와 소속 집합이 다르다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해당 인덱스는 가리키는 인덱스와 같은 집합에 속해 있다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이런 경우 해당 인덱스가 속해 있는 집합은 원소가 최소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인덱스와 소속 집합이 같다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해당 인덱스는 집합의 루트 </a:t>
            </a:r>
            <a:r>
              <a:rPr lang="ko-KR" altLang="en-US" dirty="0" err="1"/>
              <a:t>라고</a:t>
            </a:r>
            <a:r>
              <a:rPr lang="ko-KR" altLang="en-US" dirty="0"/>
              <a:t> 생각하면 편함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해당 인덱스가 속해 있는 집합은 원소가 </a:t>
            </a:r>
            <a:r>
              <a:rPr lang="en-US" altLang="ko-KR" dirty="0"/>
              <a:t>1</a:t>
            </a:r>
            <a:r>
              <a:rPr lang="ko-KR" altLang="en-US" dirty="0"/>
              <a:t>개 또는 여러 개 일 수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63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3684-F1BA-9BAB-683C-3EB32775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A086B-4642-9575-A7D7-FDDEDF3A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DA992-4A2E-E69E-E57F-BC4ADDA7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05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초기화</a:t>
            </a:r>
            <a:endParaRPr lang="en-US" altLang="ko-KR" sz="2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BBA1A7-3C25-82B4-37BB-E5A937D3CEB3}"/>
              </a:ext>
            </a:extLst>
          </p:cNvPr>
          <p:cNvSpPr/>
          <p:nvPr/>
        </p:nvSpPr>
        <p:spPr>
          <a:xfrm>
            <a:off x="2207491" y="301812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C36E57E-0C92-36A3-E1AF-C2FC18CD50E3}"/>
              </a:ext>
            </a:extLst>
          </p:cNvPr>
          <p:cNvSpPr/>
          <p:nvPr/>
        </p:nvSpPr>
        <p:spPr>
          <a:xfrm>
            <a:off x="3278908" y="2237510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C8F3373-A239-9B61-AE74-D93E1E28C940}"/>
              </a:ext>
            </a:extLst>
          </p:cNvPr>
          <p:cNvSpPr/>
          <p:nvPr/>
        </p:nvSpPr>
        <p:spPr>
          <a:xfrm>
            <a:off x="883228" y="3650312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94DB725-CEB4-35D4-846A-50D9BE08A9A6}"/>
              </a:ext>
            </a:extLst>
          </p:cNvPr>
          <p:cNvSpPr/>
          <p:nvPr/>
        </p:nvSpPr>
        <p:spPr>
          <a:xfrm>
            <a:off x="2784763" y="4266912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90B020-0C94-C3A7-BC98-9940CAFD4E48}"/>
              </a:ext>
            </a:extLst>
          </p:cNvPr>
          <p:cNvSpPr/>
          <p:nvPr/>
        </p:nvSpPr>
        <p:spPr>
          <a:xfrm>
            <a:off x="4278745" y="346464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669AA87-B943-85F2-6545-4E96DA1831B7}"/>
              </a:ext>
            </a:extLst>
          </p:cNvPr>
          <p:cNvSpPr/>
          <p:nvPr/>
        </p:nvSpPr>
        <p:spPr>
          <a:xfrm>
            <a:off x="1093355" y="507357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68F6961-36D5-AA88-DB18-30B8E5807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76874"/>
              </p:ext>
            </p:extLst>
          </p:nvPr>
        </p:nvGraphicFramePr>
        <p:xfrm>
          <a:off x="6096000" y="2052090"/>
          <a:ext cx="5129241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77825637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4061388375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2991158323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93586444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102566638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79588154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61398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소속 집합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19175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E0F12CCC-1CBE-992D-8D13-F86774A19D77}"/>
              </a:ext>
            </a:extLst>
          </p:cNvPr>
          <p:cNvGrpSpPr/>
          <p:nvPr/>
        </p:nvGrpSpPr>
        <p:grpSpPr>
          <a:xfrm>
            <a:off x="2329127" y="2544309"/>
            <a:ext cx="610920" cy="598680"/>
            <a:chOff x="2329127" y="2544309"/>
            <a:chExt cx="61092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5AF1E9F-7C71-D236-34F6-71D94EA8E5B7}"/>
                    </a:ext>
                  </a:extLst>
                </p14:cNvPr>
                <p14:cNvContentPartPr/>
                <p14:nvPr/>
              </p14:nvContentPartPr>
              <p14:xfrm>
                <a:off x="2329127" y="2544309"/>
                <a:ext cx="610920" cy="495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5AF1E9F-7C71-D236-34F6-71D94EA8E5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3007" y="2538189"/>
                  <a:ext cx="6231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6186A16-9568-A1DB-F6CE-1E5ECF4EA44A}"/>
                    </a:ext>
                  </a:extLst>
                </p14:cNvPr>
                <p14:cNvContentPartPr/>
                <p14:nvPr/>
              </p14:nvContentPartPr>
              <p14:xfrm>
                <a:off x="2701727" y="2973789"/>
                <a:ext cx="111960" cy="1692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6186A16-9568-A1DB-F6CE-1E5ECF4EA4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95607" y="2967669"/>
                  <a:ext cx="12420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C69B826-C0DE-8390-9296-2AB8A0B1178A}"/>
              </a:ext>
            </a:extLst>
          </p:cNvPr>
          <p:cNvGrpSpPr/>
          <p:nvPr/>
        </p:nvGrpSpPr>
        <p:grpSpPr>
          <a:xfrm>
            <a:off x="3190607" y="1734669"/>
            <a:ext cx="666720" cy="509760"/>
            <a:chOff x="3190607" y="1734669"/>
            <a:chExt cx="66672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D746598-3DE5-EBFE-89B9-02061229D989}"/>
                    </a:ext>
                  </a:extLst>
                </p14:cNvPr>
                <p14:cNvContentPartPr/>
                <p14:nvPr/>
              </p14:nvContentPartPr>
              <p14:xfrm>
                <a:off x="3190607" y="1734669"/>
                <a:ext cx="569880" cy="5097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D746598-3DE5-EBFE-89B9-02061229D9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84487" y="1728549"/>
                  <a:ext cx="5821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AF23FF33-2F6A-5F14-0E21-755FD557B147}"/>
                    </a:ext>
                  </a:extLst>
                </p14:cNvPr>
                <p14:cNvContentPartPr/>
                <p14:nvPr/>
              </p14:nvContentPartPr>
              <p14:xfrm>
                <a:off x="3648167" y="2050389"/>
                <a:ext cx="209160" cy="1407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AF23FF33-2F6A-5F14-0E21-755FD557B1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42047" y="2044269"/>
                  <a:ext cx="221400" cy="153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41F1E9B-B58B-702D-A684-46184F27E6FF}"/>
              </a:ext>
            </a:extLst>
          </p:cNvPr>
          <p:cNvSpPr txBox="1"/>
          <p:nvPr/>
        </p:nvSpPr>
        <p:spPr>
          <a:xfrm>
            <a:off x="6073000" y="3003807"/>
            <a:ext cx="52608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보통 분리집합을 초기화 할 때에는 각 원소가 각자의 집합의 루트 원소로 선언 시킴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즉 </a:t>
            </a:r>
            <a:r>
              <a:rPr lang="en-US" altLang="ko-KR" dirty="0"/>
              <a:t>n</a:t>
            </a:r>
            <a:r>
              <a:rPr lang="ko-KR" altLang="en-US" dirty="0"/>
              <a:t>개의 원소를 통해 </a:t>
            </a:r>
            <a:r>
              <a:rPr lang="en-US" altLang="ko-KR" dirty="0"/>
              <a:t>n</a:t>
            </a:r>
            <a:r>
              <a:rPr lang="ko-KR" altLang="en-US" dirty="0"/>
              <a:t>개의 집합을 만들어 놓고 시작함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원소는 처음에 서로 다른 집합에 </a:t>
            </a:r>
            <a:r>
              <a:rPr lang="ko-KR" altLang="en-US" dirty="0" err="1"/>
              <a:t>속해있다고</a:t>
            </a:r>
            <a:r>
              <a:rPr lang="ko-KR" altLang="en-US" dirty="0"/>
              <a:t> 생각</a:t>
            </a:r>
            <a:r>
              <a:rPr lang="en-US" altLang="ko-KR" dirty="0"/>
              <a:t>!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77EE9E5-1B74-AA6D-4CB6-8987FD5E070A}"/>
              </a:ext>
            </a:extLst>
          </p:cNvPr>
          <p:cNvGrpSpPr/>
          <p:nvPr/>
        </p:nvGrpSpPr>
        <p:grpSpPr>
          <a:xfrm>
            <a:off x="911087" y="3249909"/>
            <a:ext cx="435240" cy="398880"/>
            <a:chOff x="911087" y="3249909"/>
            <a:chExt cx="43524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C12B0FC-762A-32DE-A04B-E4336AE005E4}"/>
                    </a:ext>
                  </a:extLst>
                </p14:cNvPr>
                <p14:cNvContentPartPr/>
                <p14:nvPr/>
              </p14:nvContentPartPr>
              <p14:xfrm>
                <a:off x="911087" y="3249909"/>
                <a:ext cx="392400" cy="3988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C12B0FC-762A-32DE-A04B-E4336AE005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4967" y="3243789"/>
                  <a:ext cx="4046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5BC6000-4BF2-28F6-F0DE-EBB1DD54D21F}"/>
                    </a:ext>
                  </a:extLst>
                </p14:cNvPr>
                <p14:cNvContentPartPr/>
                <p14:nvPr/>
              </p14:nvContentPartPr>
              <p14:xfrm>
                <a:off x="1218887" y="3426669"/>
                <a:ext cx="127440" cy="2030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5BC6000-4BF2-28F6-F0DE-EBB1DD54D2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2767" y="3420549"/>
                  <a:ext cx="13968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23B303E-CD7E-3DAF-F95F-F48A55DEFA46}"/>
              </a:ext>
            </a:extLst>
          </p:cNvPr>
          <p:cNvGrpSpPr/>
          <p:nvPr/>
        </p:nvGrpSpPr>
        <p:grpSpPr>
          <a:xfrm>
            <a:off x="1007927" y="4640949"/>
            <a:ext cx="692280" cy="502200"/>
            <a:chOff x="1007927" y="4640949"/>
            <a:chExt cx="69228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F6141A5-FE8A-F2C1-9410-A3B68B00189B}"/>
                    </a:ext>
                  </a:extLst>
                </p14:cNvPr>
                <p14:cNvContentPartPr/>
                <p14:nvPr/>
              </p14:nvContentPartPr>
              <p14:xfrm>
                <a:off x="1007927" y="4640949"/>
                <a:ext cx="537120" cy="5022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F6141A5-FE8A-F2C1-9410-A3B68B00189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1807" y="4634829"/>
                  <a:ext cx="54936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5B5C11E-0F5E-0159-9630-0E805AB6C0B7}"/>
                    </a:ext>
                  </a:extLst>
                </p14:cNvPr>
                <p14:cNvContentPartPr/>
                <p14:nvPr/>
              </p14:nvContentPartPr>
              <p14:xfrm>
                <a:off x="1475567" y="4787109"/>
                <a:ext cx="224640" cy="2966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5B5C11E-0F5E-0159-9630-0E805AB6C0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69447" y="4780989"/>
                  <a:ext cx="23688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6A3C01F-2B4F-5552-99F0-0FCB1299FBD7}"/>
              </a:ext>
            </a:extLst>
          </p:cNvPr>
          <p:cNvGrpSpPr/>
          <p:nvPr/>
        </p:nvGrpSpPr>
        <p:grpSpPr>
          <a:xfrm>
            <a:off x="2888567" y="3897189"/>
            <a:ext cx="690120" cy="456840"/>
            <a:chOff x="2888567" y="3897189"/>
            <a:chExt cx="69012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BB4DCD8-9139-2E38-2F38-5552BAD33A1D}"/>
                    </a:ext>
                  </a:extLst>
                </p14:cNvPr>
                <p14:cNvContentPartPr/>
                <p14:nvPr/>
              </p14:nvContentPartPr>
              <p14:xfrm>
                <a:off x="2888567" y="3897189"/>
                <a:ext cx="512640" cy="4219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BB4DCD8-9139-2E38-2F38-5552BAD33A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82447" y="3891069"/>
                  <a:ext cx="5248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CC4F43D-85B9-17C4-BB9D-A6CC19ACBAAA}"/>
                    </a:ext>
                  </a:extLst>
                </p14:cNvPr>
                <p14:cNvContentPartPr/>
                <p14:nvPr/>
              </p14:nvContentPartPr>
              <p14:xfrm>
                <a:off x="3264047" y="4222629"/>
                <a:ext cx="314640" cy="1314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CC4F43D-85B9-17C4-BB9D-A6CC19ACBA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7927" y="4216509"/>
                  <a:ext cx="32688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3CA3982-D134-B0FF-4ACD-9B8BF816C47A}"/>
              </a:ext>
            </a:extLst>
          </p:cNvPr>
          <p:cNvGrpSpPr/>
          <p:nvPr/>
        </p:nvGrpSpPr>
        <p:grpSpPr>
          <a:xfrm>
            <a:off x="4434047" y="2939949"/>
            <a:ext cx="575640" cy="591840"/>
            <a:chOff x="4434047" y="2939949"/>
            <a:chExt cx="575640" cy="5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24FB8F34-E6F4-E648-7437-D48D346CF4EA}"/>
                    </a:ext>
                  </a:extLst>
                </p14:cNvPr>
                <p14:cNvContentPartPr/>
                <p14:nvPr/>
              </p14:nvContentPartPr>
              <p14:xfrm>
                <a:off x="4434047" y="2939949"/>
                <a:ext cx="482760" cy="5518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24FB8F34-E6F4-E648-7437-D48D346CF4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27927" y="2933829"/>
                  <a:ext cx="4950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FF4E77A2-7AE7-AD4F-DDF1-50320180011D}"/>
                    </a:ext>
                  </a:extLst>
                </p14:cNvPr>
                <p14:cNvContentPartPr/>
                <p14:nvPr/>
              </p14:nvContentPartPr>
              <p14:xfrm>
                <a:off x="4737167" y="3358629"/>
                <a:ext cx="272520" cy="1731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FF4E77A2-7AE7-AD4F-DDF1-5032018001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31047" y="3352509"/>
                  <a:ext cx="284760" cy="18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1573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914CB-EBA0-5342-DEE8-C83212D63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2D271-E225-5DB5-382A-AAB84E16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B98E8-4955-B1A5-E26D-29BE6C74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284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</a:t>
            </a:r>
            <a:r>
              <a:rPr lang="ko-KR" altLang="en-US" sz="2000" dirty="0"/>
              <a:t>함수 과정 </a:t>
            </a:r>
            <a:r>
              <a:rPr lang="en-US" altLang="ko-KR" sz="2000" dirty="0"/>
              <a:t>(</a:t>
            </a:r>
            <a:r>
              <a:rPr lang="ko-KR" altLang="en-US" sz="2000" dirty="0"/>
              <a:t>최적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E9C4440-5B15-3EBD-F666-F40A54A6A108}"/>
              </a:ext>
            </a:extLst>
          </p:cNvPr>
          <p:cNvSpPr/>
          <p:nvPr/>
        </p:nvSpPr>
        <p:spPr>
          <a:xfrm>
            <a:off x="2602342" y="3215408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C8A5774-3B30-FE60-EAED-09C61E168C1D}"/>
              </a:ext>
            </a:extLst>
          </p:cNvPr>
          <p:cNvSpPr/>
          <p:nvPr/>
        </p:nvSpPr>
        <p:spPr>
          <a:xfrm>
            <a:off x="1256142" y="286442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4F8E95D-D278-078B-CF09-47B33C54E768}"/>
              </a:ext>
            </a:extLst>
          </p:cNvPr>
          <p:cNvSpPr/>
          <p:nvPr/>
        </p:nvSpPr>
        <p:spPr>
          <a:xfrm>
            <a:off x="706581" y="3872344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4A82D3B-570E-E38C-C561-28608DEE506A}"/>
              </a:ext>
            </a:extLst>
          </p:cNvPr>
          <p:cNvSpPr/>
          <p:nvPr/>
        </p:nvSpPr>
        <p:spPr>
          <a:xfrm>
            <a:off x="1750287" y="4717473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9B50673-225A-2ACA-8829-F4EF26584B39}"/>
              </a:ext>
            </a:extLst>
          </p:cNvPr>
          <p:cNvSpPr/>
          <p:nvPr/>
        </p:nvSpPr>
        <p:spPr>
          <a:xfrm>
            <a:off x="3094178" y="4717472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E52195-803E-6466-4CB3-0F2A5F86E3A4}"/>
              </a:ext>
            </a:extLst>
          </p:cNvPr>
          <p:cNvSpPr/>
          <p:nvPr/>
        </p:nvSpPr>
        <p:spPr>
          <a:xfrm>
            <a:off x="4087087" y="4015509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47218FA-78EE-38D6-ED58-1CFD6C8E4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113849"/>
              </p:ext>
            </p:extLst>
          </p:nvPr>
        </p:nvGraphicFramePr>
        <p:xfrm>
          <a:off x="6224559" y="1816793"/>
          <a:ext cx="5129241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77825637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4061388375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2991158323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93586444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102566638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79588154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61398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소속 집합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1917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11380F-05DB-C964-6344-994A93389844}"/>
              </a:ext>
            </a:extLst>
          </p:cNvPr>
          <p:cNvGrpSpPr/>
          <p:nvPr/>
        </p:nvGrpSpPr>
        <p:grpSpPr>
          <a:xfrm>
            <a:off x="2825207" y="2610549"/>
            <a:ext cx="510480" cy="652320"/>
            <a:chOff x="2825207" y="2610549"/>
            <a:chExt cx="510480" cy="65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E97E7A6-E7CF-7252-D533-AB94C1FD9EFD}"/>
                    </a:ext>
                  </a:extLst>
                </p14:cNvPr>
                <p14:cNvContentPartPr/>
                <p14:nvPr/>
              </p14:nvContentPartPr>
              <p14:xfrm>
                <a:off x="2825207" y="2610549"/>
                <a:ext cx="510480" cy="5576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E97E7A6-E7CF-7252-D533-AB94C1FD9E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19087" y="2604429"/>
                  <a:ext cx="5227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37BE125-8D3E-4981-45CF-11B4F9830559}"/>
                    </a:ext>
                  </a:extLst>
                </p14:cNvPr>
                <p14:cNvContentPartPr/>
                <p14:nvPr/>
              </p14:nvContentPartPr>
              <p14:xfrm>
                <a:off x="3111407" y="3020229"/>
                <a:ext cx="122760" cy="2426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37BE125-8D3E-4981-45CF-11B4F98305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05287" y="3014109"/>
                  <a:ext cx="13500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D7297C7-C690-231E-33B4-88B7AF322FAB}"/>
              </a:ext>
            </a:extLst>
          </p:cNvPr>
          <p:cNvGrpSpPr/>
          <p:nvPr/>
        </p:nvGrpSpPr>
        <p:grpSpPr>
          <a:xfrm>
            <a:off x="4120487" y="3584709"/>
            <a:ext cx="531360" cy="543960"/>
            <a:chOff x="4120487" y="3584709"/>
            <a:chExt cx="53136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6E03EC1-B33D-7454-0ED8-50774AB154A6}"/>
                    </a:ext>
                  </a:extLst>
                </p14:cNvPr>
                <p14:cNvContentPartPr/>
                <p14:nvPr/>
              </p14:nvContentPartPr>
              <p14:xfrm>
                <a:off x="4120487" y="3584709"/>
                <a:ext cx="491400" cy="5439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6E03EC1-B33D-7454-0ED8-50774AB154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14367" y="3578589"/>
                  <a:ext cx="5036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0F0D71B-E9CE-6FF7-AC83-5C6347354630}"/>
                    </a:ext>
                  </a:extLst>
                </p14:cNvPr>
                <p14:cNvContentPartPr/>
                <p14:nvPr/>
              </p14:nvContentPartPr>
              <p14:xfrm>
                <a:off x="4525127" y="3878829"/>
                <a:ext cx="126720" cy="164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0F0D71B-E9CE-6FF7-AC83-5C63473546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19007" y="3872709"/>
                  <a:ext cx="1389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E3F025D-51D0-EDA7-9DE8-F91AB8166A0B}"/>
              </a:ext>
            </a:extLst>
          </p:cNvPr>
          <p:cNvGrpSpPr/>
          <p:nvPr/>
        </p:nvGrpSpPr>
        <p:grpSpPr>
          <a:xfrm>
            <a:off x="1403567" y="3537189"/>
            <a:ext cx="1995480" cy="1210680"/>
            <a:chOff x="1403567" y="3537189"/>
            <a:chExt cx="1995480" cy="12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571899F-7CFF-DF28-40FE-028474FD9DDD}"/>
                    </a:ext>
                  </a:extLst>
                </p14:cNvPr>
                <p14:cNvContentPartPr/>
                <p14:nvPr/>
              </p14:nvContentPartPr>
              <p14:xfrm>
                <a:off x="3011687" y="4054869"/>
                <a:ext cx="387360" cy="6930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571899F-7CFF-DF28-40FE-028474FD9D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05567" y="4048749"/>
                  <a:ext cx="39960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D73DD5F-8E96-CD22-4583-47CAF68833F3}"/>
                    </a:ext>
                  </a:extLst>
                </p14:cNvPr>
                <p14:cNvContentPartPr/>
                <p14:nvPr/>
              </p14:nvContentPartPr>
              <p14:xfrm>
                <a:off x="2983247" y="4071789"/>
                <a:ext cx="156960" cy="1861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D73DD5F-8E96-CD22-4583-47CAF68833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77127" y="4065669"/>
                  <a:ext cx="169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2326E6C-33F3-4E3B-5218-C65B734AEEF9}"/>
                    </a:ext>
                  </a:extLst>
                </p14:cNvPr>
                <p14:cNvContentPartPr/>
                <p14:nvPr/>
              </p14:nvContentPartPr>
              <p14:xfrm>
                <a:off x="2140127" y="3816189"/>
                <a:ext cx="463320" cy="8762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2326E6C-33F3-4E3B-5218-C65B734AEE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4007" y="3810069"/>
                  <a:ext cx="47556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55C0BA8-DCA1-13B7-6E4B-3DACD530532B}"/>
                    </a:ext>
                  </a:extLst>
                </p14:cNvPr>
                <p14:cNvContentPartPr/>
                <p14:nvPr/>
              </p14:nvContentPartPr>
              <p14:xfrm>
                <a:off x="2476007" y="3752829"/>
                <a:ext cx="141120" cy="1220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55C0BA8-DCA1-13B7-6E4B-3DACD53053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9887" y="3746709"/>
                  <a:ext cx="153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86F10D1-FA73-C485-3C19-25C7CF5B94F7}"/>
                    </a:ext>
                  </a:extLst>
                </p14:cNvPr>
                <p14:cNvContentPartPr/>
                <p14:nvPr/>
              </p14:nvContentPartPr>
              <p14:xfrm>
                <a:off x="1403567" y="3591189"/>
                <a:ext cx="1123200" cy="4726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86F10D1-FA73-C485-3C19-25C7CF5B94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97447" y="3585069"/>
                  <a:ext cx="11354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08C76ED4-6610-C8A1-9BB2-7AF2DA8E9F5C}"/>
                    </a:ext>
                  </a:extLst>
                </p14:cNvPr>
                <p14:cNvContentPartPr/>
                <p14:nvPr/>
              </p14:nvContentPartPr>
              <p14:xfrm>
                <a:off x="2493647" y="3537189"/>
                <a:ext cx="105120" cy="1450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08C76ED4-6610-C8A1-9BB2-7AF2DA8E9F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7527" y="3531069"/>
                  <a:ext cx="1173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DC692FE-04F5-8A9B-CD13-11F72DAF2588}"/>
              </a:ext>
            </a:extLst>
          </p:cNvPr>
          <p:cNvGrpSpPr/>
          <p:nvPr/>
        </p:nvGrpSpPr>
        <p:grpSpPr>
          <a:xfrm>
            <a:off x="1930247" y="3139029"/>
            <a:ext cx="776160" cy="191880"/>
            <a:chOff x="1930247" y="3139029"/>
            <a:chExt cx="77616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E7CF256E-252D-647F-FA57-A147E489FA11}"/>
                    </a:ext>
                  </a:extLst>
                </p14:cNvPr>
                <p14:cNvContentPartPr/>
                <p14:nvPr/>
              </p14:nvContentPartPr>
              <p14:xfrm>
                <a:off x="1930247" y="3139029"/>
                <a:ext cx="771120" cy="1155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E7CF256E-252D-647F-FA57-A147E489FA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4127" y="3132909"/>
                  <a:ext cx="783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0D365363-7B9D-E6FE-DC97-F24160340C6F}"/>
                    </a:ext>
                  </a:extLst>
                </p14:cNvPr>
                <p14:cNvContentPartPr/>
                <p14:nvPr/>
              </p14:nvContentPartPr>
              <p14:xfrm>
                <a:off x="2567447" y="3170349"/>
                <a:ext cx="138960" cy="1605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0D365363-7B9D-E6FE-DC97-F24160340C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61327" y="3164229"/>
                  <a:ext cx="151200" cy="172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7C2C12C-8C25-A603-3E25-C8ECE99EB4D2}"/>
              </a:ext>
            </a:extLst>
          </p:cNvPr>
          <p:cNvSpPr txBox="1"/>
          <p:nvPr/>
        </p:nvSpPr>
        <p:spPr>
          <a:xfrm>
            <a:off x="6224559" y="2928373"/>
            <a:ext cx="526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어떤 경우의 수라도 재귀를 </a:t>
            </a:r>
            <a:r>
              <a:rPr lang="en-US" altLang="ko-KR" dirty="0"/>
              <a:t>1</a:t>
            </a:r>
            <a:r>
              <a:rPr lang="ko-KR" altLang="en-US" dirty="0"/>
              <a:t>번 이하 반복하면 찾을 수 있음</a:t>
            </a:r>
          </a:p>
        </p:txBody>
      </p:sp>
    </p:spTree>
    <p:extLst>
      <p:ext uri="{BB962C8B-B14F-4D97-AF65-F5344CB8AC3E}">
        <p14:creationId xmlns:p14="http://schemas.microsoft.com/office/powerpoint/2010/main" val="1959257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B917-A16B-E17D-CE04-7D743192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11DB9-A99F-BC85-50F5-39A674D6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6CCF75-7888-9A0B-BC45-8137C75A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284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</a:t>
            </a:r>
            <a:r>
              <a:rPr lang="ko-KR" altLang="en-US" sz="2000" dirty="0"/>
              <a:t>함수 과정 </a:t>
            </a:r>
            <a:r>
              <a:rPr lang="en-US" altLang="ko-KR" sz="2000" dirty="0"/>
              <a:t>(</a:t>
            </a:r>
            <a:r>
              <a:rPr lang="ko-KR" altLang="en-US" sz="2000" dirty="0"/>
              <a:t>최악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BE1AB80-D3C3-82C0-9EE2-FC761337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73476"/>
              </p:ext>
            </p:extLst>
          </p:nvPr>
        </p:nvGraphicFramePr>
        <p:xfrm>
          <a:off x="6224559" y="1816793"/>
          <a:ext cx="5129241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77825637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4061388375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2991158323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93586444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102566638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79588154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61398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소속 집합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1917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4EF3CA4-72A2-0262-10D9-4FD80B93F2DF}"/>
              </a:ext>
            </a:extLst>
          </p:cNvPr>
          <p:cNvSpPr txBox="1"/>
          <p:nvPr/>
        </p:nvSpPr>
        <p:spPr>
          <a:xfrm>
            <a:off x="6224559" y="2928373"/>
            <a:ext cx="526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인덱스 </a:t>
            </a:r>
            <a:r>
              <a:rPr lang="en-US" altLang="ko-KR" dirty="0"/>
              <a:t>5</a:t>
            </a:r>
            <a:r>
              <a:rPr lang="ko-KR" altLang="en-US" dirty="0"/>
              <a:t>의 집합을 찾는 경우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n</a:t>
            </a:r>
            <a:r>
              <a:rPr lang="ko-KR" altLang="en-US" dirty="0"/>
              <a:t>번 재귀함수를 호출해야 찾을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D194303-4EC1-3A3F-A8DD-0AD6D84E51CA}"/>
              </a:ext>
            </a:extLst>
          </p:cNvPr>
          <p:cNvSpPr/>
          <p:nvPr/>
        </p:nvSpPr>
        <p:spPr>
          <a:xfrm>
            <a:off x="487218" y="2757286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7E1337B-96B0-9361-3A9B-2F9AFBA1C883}"/>
              </a:ext>
            </a:extLst>
          </p:cNvPr>
          <p:cNvSpPr/>
          <p:nvPr/>
        </p:nvSpPr>
        <p:spPr>
          <a:xfrm>
            <a:off x="1332346" y="341352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A7248A7-C538-7FED-1570-98E17A3172D4}"/>
              </a:ext>
            </a:extLst>
          </p:cNvPr>
          <p:cNvSpPr/>
          <p:nvPr/>
        </p:nvSpPr>
        <p:spPr>
          <a:xfrm>
            <a:off x="2177474" y="4032134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B85209F-ACD6-9815-4D51-C9C8A5926CB0}"/>
              </a:ext>
            </a:extLst>
          </p:cNvPr>
          <p:cNvSpPr/>
          <p:nvPr/>
        </p:nvSpPr>
        <p:spPr>
          <a:xfrm>
            <a:off x="2879437" y="473409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B658A5A-C4CD-DF3E-9CB4-D278C26621CD}"/>
              </a:ext>
            </a:extLst>
          </p:cNvPr>
          <p:cNvSpPr/>
          <p:nvPr/>
        </p:nvSpPr>
        <p:spPr>
          <a:xfrm>
            <a:off x="3708401" y="5436060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B77A3F3-5781-D740-5FA7-A126F37A5876}"/>
              </a:ext>
            </a:extLst>
          </p:cNvPr>
          <p:cNvSpPr/>
          <p:nvPr/>
        </p:nvSpPr>
        <p:spPr>
          <a:xfrm>
            <a:off x="4537365" y="6068751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526436A-A4A1-137B-9151-00D40A5130E6}"/>
              </a:ext>
            </a:extLst>
          </p:cNvPr>
          <p:cNvGrpSpPr/>
          <p:nvPr/>
        </p:nvGrpSpPr>
        <p:grpSpPr>
          <a:xfrm>
            <a:off x="392327" y="2342709"/>
            <a:ext cx="533520" cy="446760"/>
            <a:chOff x="392327" y="2342709"/>
            <a:chExt cx="53352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66AF945-97CA-F711-448B-4BA7FF0E2D4A}"/>
                    </a:ext>
                  </a:extLst>
                </p14:cNvPr>
                <p14:cNvContentPartPr/>
                <p14:nvPr/>
              </p14:nvContentPartPr>
              <p14:xfrm>
                <a:off x="392327" y="2342709"/>
                <a:ext cx="533520" cy="4467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66AF945-97CA-F711-448B-4BA7FF0E2D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6207" y="2336589"/>
                  <a:ext cx="5457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3976EB9-C5E1-9D1D-F308-1C438E0F1E8A}"/>
                    </a:ext>
                  </a:extLst>
                </p14:cNvPr>
                <p14:cNvContentPartPr/>
                <p14:nvPr/>
              </p14:nvContentPartPr>
              <p14:xfrm>
                <a:off x="774647" y="2548989"/>
                <a:ext cx="144360" cy="1609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3976EB9-C5E1-9D1D-F308-1C438E0F1E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27" y="2542869"/>
                  <a:ext cx="15660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0B635C2-F160-2BFC-83B6-B78CADDDAC85}"/>
              </a:ext>
            </a:extLst>
          </p:cNvPr>
          <p:cNvGrpSpPr/>
          <p:nvPr/>
        </p:nvGrpSpPr>
        <p:grpSpPr>
          <a:xfrm>
            <a:off x="1087847" y="3498669"/>
            <a:ext cx="261000" cy="196200"/>
            <a:chOff x="1087847" y="3498669"/>
            <a:chExt cx="26100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48522172-0985-5B81-A2CC-B1D2DB18E88A}"/>
                    </a:ext>
                  </a:extLst>
                </p14:cNvPr>
                <p14:cNvContentPartPr/>
                <p14:nvPr/>
              </p14:nvContentPartPr>
              <p14:xfrm>
                <a:off x="1087847" y="3500469"/>
                <a:ext cx="261000" cy="19440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48522172-0985-5B81-A2CC-B1D2DB18E8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1727" y="3494349"/>
                  <a:ext cx="273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D3E8CD57-8225-0ED9-DE98-A8EFCCF5579C}"/>
                    </a:ext>
                  </a:extLst>
                </p14:cNvPr>
                <p14:cNvContentPartPr/>
                <p14:nvPr/>
              </p14:nvContentPartPr>
              <p14:xfrm>
                <a:off x="1105487" y="3498669"/>
                <a:ext cx="218880" cy="15012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D3E8CD57-8225-0ED9-DE98-A8EFCCF557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9367" y="3492549"/>
                  <a:ext cx="2311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7DBE909-4034-E04F-DF02-B4FF36AA9473}"/>
              </a:ext>
            </a:extLst>
          </p:cNvPr>
          <p:cNvGrpSpPr/>
          <p:nvPr/>
        </p:nvGrpSpPr>
        <p:grpSpPr>
          <a:xfrm>
            <a:off x="1911887" y="4075029"/>
            <a:ext cx="314280" cy="164520"/>
            <a:chOff x="1911887" y="4075029"/>
            <a:chExt cx="31428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B3F885AE-EA1E-4033-DF4C-60CDCEF61193}"/>
                    </a:ext>
                  </a:extLst>
                </p14:cNvPr>
                <p14:cNvContentPartPr/>
                <p14:nvPr/>
              </p14:nvContentPartPr>
              <p14:xfrm>
                <a:off x="1987487" y="4095189"/>
                <a:ext cx="238680" cy="1443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B3F885AE-EA1E-4033-DF4C-60CDCEF611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1367" y="4089069"/>
                  <a:ext cx="250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C885F0D1-24A0-4016-CECF-3E726D2DB754}"/>
                    </a:ext>
                  </a:extLst>
                </p14:cNvPr>
                <p14:cNvContentPartPr/>
                <p14:nvPr/>
              </p14:nvContentPartPr>
              <p14:xfrm>
                <a:off x="1911887" y="4075029"/>
                <a:ext cx="302040" cy="12744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C885F0D1-24A0-4016-CECF-3E726D2DB7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05767" y="4068909"/>
                  <a:ext cx="3142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5C1F91C-CBAF-8FCF-C338-B1A2463F949D}"/>
              </a:ext>
            </a:extLst>
          </p:cNvPr>
          <p:cNvGrpSpPr/>
          <p:nvPr/>
        </p:nvGrpSpPr>
        <p:grpSpPr>
          <a:xfrm>
            <a:off x="2768327" y="4662909"/>
            <a:ext cx="344520" cy="177120"/>
            <a:chOff x="2768327" y="4662909"/>
            <a:chExt cx="34452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1E279CF8-5A38-4D07-7773-9663C1F781F1}"/>
                    </a:ext>
                  </a:extLst>
                </p14:cNvPr>
                <p14:cNvContentPartPr/>
                <p14:nvPr/>
              </p14:nvContentPartPr>
              <p14:xfrm>
                <a:off x="2823407" y="4694589"/>
                <a:ext cx="289440" cy="14544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1E279CF8-5A38-4D07-7773-9663C1F781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17287" y="4688469"/>
                  <a:ext cx="301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56412C56-97D0-0271-1AAB-400BA47B95AA}"/>
                    </a:ext>
                  </a:extLst>
                </p14:cNvPr>
                <p14:cNvContentPartPr/>
                <p14:nvPr/>
              </p14:nvContentPartPr>
              <p14:xfrm>
                <a:off x="2768327" y="4662909"/>
                <a:ext cx="280800" cy="14940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56412C56-97D0-0271-1AAB-400BA47B95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2207" y="4656789"/>
                  <a:ext cx="2930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1C17EB5-9608-F13E-4500-728A4A035351}"/>
              </a:ext>
            </a:extLst>
          </p:cNvPr>
          <p:cNvGrpSpPr/>
          <p:nvPr/>
        </p:nvGrpSpPr>
        <p:grpSpPr>
          <a:xfrm>
            <a:off x="3426407" y="5408829"/>
            <a:ext cx="314640" cy="207000"/>
            <a:chOff x="3426407" y="5408829"/>
            <a:chExt cx="31464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E4ED6B00-5D2E-B146-DAE5-5B5F6CAD0292}"/>
                    </a:ext>
                  </a:extLst>
                </p14:cNvPr>
                <p14:cNvContentPartPr/>
                <p14:nvPr/>
              </p14:nvContentPartPr>
              <p14:xfrm>
                <a:off x="3485447" y="5421789"/>
                <a:ext cx="255600" cy="19404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E4ED6B00-5D2E-B146-DAE5-5B5F6CAD02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79327" y="5415669"/>
                  <a:ext cx="267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5EE0243-C5A0-6DB6-DC22-80BF9165CBFA}"/>
                    </a:ext>
                  </a:extLst>
                </p14:cNvPr>
                <p14:cNvContentPartPr/>
                <p14:nvPr/>
              </p14:nvContentPartPr>
              <p14:xfrm>
                <a:off x="3426407" y="5408829"/>
                <a:ext cx="180720" cy="13320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5EE0243-C5A0-6DB6-DC22-80BF9165CB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20287" y="5402709"/>
                  <a:ext cx="1929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88F41BB-B565-FC9D-5AF2-1C544E47A1E8}"/>
              </a:ext>
            </a:extLst>
          </p:cNvPr>
          <p:cNvGrpSpPr/>
          <p:nvPr/>
        </p:nvGrpSpPr>
        <p:grpSpPr>
          <a:xfrm>
            <a:off x="4415687" y="5874309"/>
            <a:ext cx="286200" cy="194040"/>
            <a:chOff x="4415687" y="5874309"/>
            <a:chExt cx="28620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9335FAE0-67A9-8CC5-2B92-3F535EB17219}"/>
                    </a:ext>
                  </a:extLst>
                </p14:cNvPr>
                <p14:cNvContentPartPr/>
                <p14:nvPr/>
              </p14:nvContentPartPr>
              <p14:xfrm>
                <a:off x="4512167" y="5928309"/>
                <a:ext cx="189720" cy="14004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9335FAE0-67A9-8CC5-2B92-3F535EB172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06047" y="5922189"/>
                  <a:ext cx="201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ABFEA401-2B89-050F-25E2-F3CED6B8EA4D}"/>
                    </a:ext>
                  </a:extLst>
                </p14:cNvPr>
                <p14:cNvContentPartPr/>
                <p14:nvPr/>
              </p14:nvContentPartPr>
              <p14:xfrm>
                <a:off x="4415687" y="5874309"/>
                <a:ext cx="220680" cy="12960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ABFEA401-2B89-050F-25E2-F3CED6B8EA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9567" y="5868189"/>
                  <a:ext cx="232920" cy="14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635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4678-80D1-0DE3-0EB7-D4FED9FC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0BD4C-DED7-8797-54AD-0722BDBD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EC6B13-546B-115C-AA12-2342B0FD5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284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Union </a:t>
            </a:r>
            <a:r>
              <a:rPr lang="ko-KR" altLang="en-US" sz="2000" dirty="0"/>
              <a:t>함수 과정 </a:t>
            </a:r>
            <a:r>
              <a:rPr lang="en-US" altLang="ko-KR" sz="2000" dirty="0"/>
              <a:t>(</a:t>
            </a:r>
            <a:r>
              <a:rPr lang="ko-KR" altLang="en-US" sz="2000" dirty="0"/>
              <a:t>최적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2B2B2ED-3484-6EF2-4BBA-FE9B9FE96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184190"/>
              </p:ext>
            </p:extLst>
          </p:nvPr>
        </p:nvGraphicFramePr>
        <p:xfrm>
          <a:off x="6224559" y="1816793"/>
          <a:ext cx="5129241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77825637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4061388375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2991158323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93586444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102566638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79588154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61398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소속 집합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1917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A824179-FDDC-ED0B-D104-383973934BCA}"/>
              </a:ext>
            </a:extLst>
          </p:cNvPr>
          <p:cNvSpPr txBox="1"/>
          <p:nvPr/>
        </p:nvSpPr>
        <p:spPr>
          <a:xfrm>
            <a:off x="6224559" y="2928373"/>
            <a:ext cx="526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Find </a:t>
            </a:r>
            <a:r>
              <a:rPr lang="ko-KR" altLang="en-US" dirty="0"/>
              <a:t>함수가 최적인 상황에서는 </a:t>
            </a:r>
            <a:r>
              <a:rPr lang="en-US" altLang="ko-KR" dirty="0"/>
              <a:t>Union </a:t>
            </a:r>
            <a:r>
              <a:rPr lang="ko-KR" altLang="en-US" dirty="0"/>
              <a:t>함수도 덩달아 효율적으로 변환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F17881F-DF1C-01A6-DD47-BAA8E811DF59}"/>
              </a:ext>
            </a:extLst>
          </p:cNvPr>
          <p:cNvSpPr/>
          <p:nvPr/>
        </p:nvSpPr>
        <p:spPr>
          <a:xfrm>
            <a:off x="2602342" y="3215408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91FFEA4-FC68-E699-B646-00F96BD7C755}"/>
              </a:ext>
            </a:extLst>
          </p:cNvPr>
          <p:cNvSpPr/>
          <p:nvPr/>
        </p:nvSpPr>
        <p:spPr>
          <a:xfrm>
            <a:off x="1256142" y="286442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A4D5D0A-4126-E0AF-B1B4-08B7FB515184}"/>
              </a:ext>
            </a:extLst>
          </p:cNvPr>
          <p:cNvSpPr/>
          <p:nvPr/>
        </p:nvSpPr>
        <p:spPr>
          <a:xfrm>
            <a:off x="1463963" y="3942771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E76C2E0-1EFF-9F79-8530-A4FE0E5D2732}"/>
              </a:ext>
            </a:extLst>
          </p:cNvPr>
          <p:cNvSpPr/>
          <p:nvPr/>
        </p:nvSpPr>
        <p:spPr>
          <a:xfrm>
            <a:off x="3551378" y="5068454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8E91516-5F64-D55C-D6BB-9EBD6BC2C9F2}"/>
              </a:ext>
            </a:extLst>
          </p:cNvPr>
          <p:cNvSpPr/>
          <p:nvPr/>
        </p:nvSpPr>
        <p:spPr>
          <a:xfrm>
            <a:off x="4987633" y="5068454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E6E198A-D184-EC18-96D0-10F77EA82504}"/>
              </a:ext>
            </a:extLst>
          </p:cNvPr>
          <p:cNvSpPr/>
          <p:nvPr/>
        </p:nvSpPr>
        <p:spPr>
          <a:xfrm>
            <a:off x="4087087" y="4015509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ECBF802-9055-355B-9C48-9F5F0D1B5F2A}"/>
              </a:ext>
            </a:extLst>
          </p:cNvPr>
          <p:cNvGrpSpPr/>
          <p:nvPr/>
        </p:nvGrpSpPr>
        <p:grpSpPr>
          <a:xfrm>
            <a:off x="2825207" y="2610549"/>
            <a:ext cx="510480" cy="652320"/>
            <a:chOff x="2825207" y="2610549"/>
            <a:chExt cx="510480" cy="65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650B026-72F3-3680-4421-41E319DBE905}"/>
                    </a:ext>
                  </a:extLst>
                </p14:cNvPr>
                <p14:cNvContentPartPr/>
                <p14:nvPr/>
              </p14:nvContentPartPr>
              <p14:xfrm>
                <a:off x="2825207" y="2610549"/>
                <a:ext cx="510480" cy="5576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650B026-72F3-3680-4421-41E319DBE9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19087" y="2604429"/>
                  <a:ext cx="5227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26EF54F-3CD9-4FC5-9897-7F91481F55EA}"/>
                    </a:ext>
                  </a:extLst>
                </p14:cNvPr>
                <p14:cNvContentPartPr/>
                <p14:nvPr/>
              </p14:nvContentPartPr>
              <p14:xfrm>
                <a:off x="3111407" y="3020229"/>
                <a:ext cx="122760" cy="2426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26EF54F-3CD9-4FC5-9897-7F91481F55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05287" y="3014109"/>
                  <a:ext cx="13500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8FD15C7-9375-1B73-34F3-A48338ABF54F}"/>
              </a:ext>
            </a:extLst>
          </p:cNvPr>
          <p:cNvGrpSpPr/>
          <p:nvPr/>
        </p:nvGrpSpPr>
        <p:grpSpPr>
          <a:xfrm>
            <a:off x="1930247" y="3139029"/>
            <a:ext cx="776160" cy="191880"/>
            <a:chOff x="1930247" y="3139029"/>
            <a:chExt cx="77616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9044938-5F8E-6A53-2A93-C7721894537D}"/>
                    </a:ext>
                  </a:extLst>
                </p14:cNvPr>
                <p14:cNvContentPartPr/>
                <p14:nvPr/>
              </p14:nvContentPartPr>
              <p14:xfrm>
                <a:off x="1930247" y="3139029"/>
                <a:ext cx="771120" cy="1155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9044938-5F8E-6A53-2A93-C772189453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4127" y="3132909"/>
                  <a:ext cx="783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30F3A08-65AD-9634-A530-BBA89618C373}"/>
                    </a:ext>
                  </a:extLst>
                </p14:cNvPr>
                <p14:cNvContentPartPr/>
                <p14:nvPr/>
              </p14:nvContentPartPr>
              <p14:xfrm>
                <a:off x="2567447" y="3170349"/>
                <a:ext cx="138960" cy="1605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30F3A08-65AD-9634-A530-BBA89618C3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61327" y="3164229"/>
                  <a:ext cx="15120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0F0985B-A0C6-2DA0-A602-5066B327117E}"/>
              </a:ext>
            </a:extLst>
          </p:cNvPr>
          <p:cNvGrpSpPr/>
          <p:nvPr/>
        </p:nvGrpSpPr>
        <p:grpSpPr>
          <a:xfrm>
            <a:off x="2225807" y="3949749"/>
            <a:ext cx="327960" cy="289800"/>
            <a:chOff x="2225807" y="3949749"/>
            <a:chExt cx="32796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249358D6-6509-A1D9-E40E-EE368D2B5743}"/>
                    </a:ext>
                  </a:extLst>
                </p14:cNvPr>
                <p14:cNvContentPartPr/>
                <p14:nvPr/>
              </p14:nvContentPartPr>
              <p14:xfrm>
                <a:off x="2345687" y="4231989"/>
                <a:ext cx="6120" cy="756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249358D6-6509-A1D9-E40E-EE368D2B57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39567" y="4225869"/>
                  <a:ext cx="18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CA4F244C-BFB3-8C52-3AE4-EB9C1CE3EE6B}"/>
                    </a:ext>
                  </a:extLst>
                </p14:cNvPr>
                <p14:cNvContentPartPr/>
                <p14:nvPr/>
              </p14:nvContentPartPr>
              <p14:xfrm>
                <a:off x="2225807" y="3976749"/>
                <a:ext cx="303480" cy="25380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CA4F244C-BFB3-8C52-3AE4-EB9C1CE3EE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19687" y="3970629"/>
                  <a:ext cx="315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3C601433-F4C2-EDDE-593F-833A69D442D0}"/>
                    </a:ext>
                  </a:extLst>
                </p14:cNvPr>
                <p14:cNvContentPartPr/>
                <p14:nvPr/>
              </p14:nvContentPartPr>
              <p14:xfrm>
                <a:off x="2391767" y="3949749"/>
                <a:ext cx="162000" cy="14724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3C601433-F4C2-EDDE-593F-833A69D442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85647" y="3943629"/>
                  <a:ext cx="17424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4B69E884-1BF2-A861-A335-29004BEBBFE5}"/>
                  </a:ext>
                </a:extLst>
              </p14:cNvPr>
              <p14:cNvContentPartPr/>
              <p14:nvPr/>
            </p14:nvContentPartPr>
            <p14:xfrm>
              <a:off x="4091687" y="4801869"/>
              <a:ext cx="147600" cy="23220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4B69E884-1BF2-A861-A335-29004BEBBFE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85567" y="4795749"/>
                <a:ext cx="1598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35968461-7F9A-AA99-B32A-4C6F920D731D}"/>
                  </a:ext>
                </a:extLst>
              </p14:cNvPr>
              <p14:cNvContentPartPr/>
              <p14:nvPr/>
            </p14:nvContentPartPr>
            <p14:xfrm>
              <a:off x="4119047" y="4756149"/>
              <a:ext cx="296280" cy="19548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35968461-7F9A-AA99-B32A-4C6F920D731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12927" y="4750029"/>
                <a:ext cx="30852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그룹 62">
            <a:extLst>
              <a:ext uri="{FF2B5EF4-FFF2-40B4-BE49-F238E27FC236}">
                <a16:creationId xmlns:a16="http://schemas.microsoft.com/office/drawing/2014/main" id="{5FB5EFE4-1C33-5B44-1CBE-293646ABDB21}"/>
              </a:ext>
            </a:extLst>
          </p:cNvPr>
          <p:cNvGrpSpPr/>
          <p:nvPr/>
        </p:nvGrpSpPr>
        <p:grpSpPr>
          <a:xfrm>
            <a:off x="4728887" y="4669389"/>
            <a:ext cx="399600" cy="401760"/>
            <a:chOff x="4728887" y="4669389"/>
            <a:chExt cx="39960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CEE42E4A-759B-863E-74B5-139A2125B6ED}"/>
                    </a:ext>
                  </a:extLst>
                </p14:cNvPr>
                <p14:cNvContentPartPr/>
                <p14:nvPr/>
              </p14:nvContentPartPr>
              <p14:xfrm>
                <a:off x="4781807" y="4669389"/>
                <a:ext cx="346680" cy="40176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CEE42E4A-759B-863E-74B5-139A2125B6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75687" y="4663269"/>
                  <a:ext cx="3589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1C1BAAAE-E0B0-4D6D-1974-8C13F7782408}"/>
                    </a:ext>
                  </a:extLst>
                </p14:cNvPr>
                <p14:cNvContentPartPr/>
                <p14:nvPr/>
              </p14:nvContentPartPr>
              <p14:xfrm>
                <a:off x="4728887" y="4679829"/>
                <a:ext cx="182880" cy="13248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1C1BAAAE-E0B0-4D6D-1974-8C13F77824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2767" y="4673709"/>
                  <a:ext cx="1951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A72E4B6-AB9E-6FA0-D4E6-B915680B6BCA}"/>
              </a:ext>
            </a:extLst>
          </p:cNvPr>
          <p:cNvGrpSpPr/>
          <p:nvPr/>
        </p:nvGrpSpPr>
        <p:grpSpPr>
          <a:xfrm>
            <a:off x="3392927" y="3435669"/>
            <a:ext cx="1465560" cy="822240"/>
            <a:chOff x="3392927" y="3435669"/>
            <a:chExt cx="1465560" cy="8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DD066C6E-B905-8DB5-DE6B-756FF751D030}"/>
                    </a:ext>
                  </a:extLst>
                </p14:cNvPr>
                <p14:cNvContentPartPr/>
                <p14:nvPr/>
              </p14:nvContentPartPr>
              <p14:xfrm>
                <a:off x="4273127" y="3730149"/>
                <a:ext cx="151200" cy="26928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DD066C6E-B905-8DB5-DE6B-756FF751D0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7007" y="3724029"/>
                  <a:ext cx="1634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7319CD7B-9E42-E94A-2E42-7A10BCDD1B3B}"/>
                    </a:ext>
                  </a:extLst>
                </p14:cNvPr>
                <p14:cNvContentPartPr/>
                <p14:nvPr/>
              </p14:nvContentPartPr>
              <p14:xfrm>
                <a:off x="4300127" y="3588309"/>
                <a:ext cx="24480" cy="6948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7319CD7B-9E42-E94A-2E42-7A10BCDD1B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94007" y="3582189"/>
                  <a:ext cx="36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402C3E64-50E7-D027-7682-BAE1F0EFF640}"/>
                    </a:ext>
                  </a:extLst>
                </p14:cNvPr>
                <p14:cNvContentPartPr/>
                <p14:nvPr/>
              </p14:nvContentPartPr>
              <p14:xfrm>
                <a:off x="4396247" y="3476709"/>
                <a:ext cx="59040" cy="4248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402C3E64-50E7-D027-7682-BAE1F0EFF64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0127" y="3470589"/>
                  <a:ext cx="71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5835D653-4913-CE44-6545-1E13A1DCC7BC}"/>
                    </a:ext>
                  </a:extLst>
                </p14:cNvPr>
                <p14:cNvContentPartPr/>
                <p14:nvPr/>
              </p14:nvContentPartPr>
              <p14:xfrm>
                <a:off x="4571927" y="3435669"/>
                <a:ext cx="73800" cy="36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5835D653-4913-CE44-6545-1E13A1DCC7B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65807" y="3429549"/>
                  <a:ext cx="86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30C23AD2-03C0-851D-CCFB-335BB793C4B0}"/>
                    </a:ext>
                  </a:extLst>
                </p14:cNvPr>
                <p14:cNvContentPartPr/>
                <p14:nvPr/>
              </p14:nvContentPartPr>
              <p14:xfrm>
                <a:off x="4728527" y="3445029"/>
                <a:ext cx="43200" cy="2232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30C23AD2-03C0-851D-CCFB-335BB793C4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22407" y="3438909"/>
                  <a:ext cx="55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7F34F008-EE9D-DFD7-A295-67F167FA2DE3}"/>
                    </a:ext>
                  </a:extLst>
                </p14:cNvPr>
                <p14:cNvContentPartPr/>
                <p14:nvPr/>
              </p14:nvContentPartPr>
              <p14:xfrm>
                <a:off x="4839767" y="3546549"/>
                <a:ext cx="14760" cy="4680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7F34F008-EE9D-DFD7-A295-67F167FA2D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647" y="3540429"/>
                  <a:ext cx="27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8FF6864-A92E-A3CF-E338-70742FB48502}"/>
                    </a:ext>
                  </a:extLst>
                </p14:cNvPr>
                <p14:cNvContentPartPr/>
                <p14:nvPr/>
              </p14:nvContentPartPr>
              <p14:xfrm>
                <a:off x="4814927" y="3721869"/>
                <a:ext cx="43560" cy="9936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8FF6864-A92E-A3CF-E338-70742FB485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08807" y="3715749"/>
                  <a:ext cx="55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68DF39CB-30FE-2553-3422-073BC1F61CD9}"/>
                    </a:ext>
                  </a:extLst>
                </p14:cNvPr>
                <p14:cNvContentPartPr/>
                <p14:nvPr/>
              </p14:nvContentPartPr>
              <p14:xfrm>
                <a:off x="4727447" y="3878829"/>
                <a:ext cx="48240" cy="6120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68DF39CB-30FE-2553-3422-073BC1F61C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21327" y="3872709"/>
                  <a:ext cx="60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408F005B-0722-2C1B-6CCF-24DF7DAB5306}"/>
                    </a:ext>
                  </a:extLst>
                </p14:cNvPr>
                <p14:cNvContentPartPr/>
                <p14:nvPr/>
              </p14:nvContentPartPr>
              <p14:xfrm>
                <a:off x="4666607" y="3897549"/>
                <a:ext cx="80640" cy="15192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408F005B-0722-2C1B-6CCF-24DF7DAB53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60487" y="3891429"/>
                  <a:ext cx="92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689B1496-2023-01B4-3C7D-21E1671DF4D8}"/>
                    </a:ext>
                  </a:extLst>
                </p14:cNvPr>
                <p14:cNvContentPartPr/>
                <p14:nvPr/>
              </p14:nvContentPartPr>
              <p14:xfrm>
                <a:off x="3413807" y="3789549"/>
                <a:ext cx="696600" cy="46836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689B1496-2023-01B4-3C7D-21E1671DF4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07687" y="3783429"/>
                  <a:ext cx="7088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3983268D-D94C-856F-5DCD-054BE242F6ED}"/>
                    </a:ext>
                  </a:extLst>
                </p14:cNvPr>
                <p14:cNvContentPartPr/>
                <p14:nvPr/>
              </p14:nvContentPartPr>
              <p14:xfrm>
                <a:off x="3392927" y="3786309"/>
                <a:ext cx="332640" cy="20376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3983268D-D94C-856F-5DCD-054BE242F6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86807" y="3780189"/>
                  <a:ext cx="34488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924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B284-3069-7346-FE02-44AECB93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DB399-5C61-B382-E74E-917B66A3C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9A6760-1CAA-9BDC-60E4-6015355D0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284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Union </a:t>
            </a:r>
            <a:r>
              <a:rPr lang="ko-KR" altLang="en-US" sz="2000" dirty="0"/>
              <a:t>함수 과정 </a:t>
            </a:r>
            <a:r>
              <a:rPr lang="en-US" altLang="ko-KR" sz="2000" dirty="0"/>
              <a:t>(</a:t>
            </a:r>
            <a:r>
              <a:rPr lang="ko-KR" altLang="en-US" sz="2000" dirty="0"/>
              <a:t>최악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3302631-E9DC-0E0A-6651-3176E1D5A92D}"/>
              </a:ext>
            </a:extLst>
          </p:cNvPr>
          <p:cNvGraphicFramePr>
            <a:graphicFrameLocks noGrp="1"/>
          </p:cNvGraphicFramePr>
          <p:nvPr/>
        </p:nvGraphicFramePr>
        <p:xfrm>
          <a:off x="6224559" y="1816793"/>
          <a:ext cx="5129241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59205">
                  <a:extLst>
                    <a:ext uri="{9D8B030D-6E8A-4147-A177-3AD203B41FA5}">
                      <a16:colId xmlns:a16="http://schemas.microsoft.com/office/drawing/2014/main" val="177825637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4061388375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2991158323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935864448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102566638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795881549"/>
                    </a:ext>
                  </a:extLst>
                </a:gridCol>
                <a:gridCol w="645006">
                  <a:extLst>
                    <a:ext uri="{9D8B030D-6E8A-4147-A177-3AD203B41FA5}">
                      <a16:colId xmlns:a16="http://schemas.microsoft.com/office/drawing/2014/main" val="3613982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44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소속 집합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31917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72F8F8D-C25E-5639-2E52-14B53FF9FD84}"/>
              </a:ext>
            </a:extLst>
          </p:cNvPr>
          <p:cNvSpPr txBox="1"/>
          <p:nvPr/>
        </p:nvSpPr>
        <p:spPr>
          <a:xfrm>
            <a:off x="6224559" y="2928373"/>
            <a:ext cx="5260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Find </a:t>
            </a:r>
            <a:r>
              <a:rPr lang="ko-KR" altLang="en-US" dirty="0"/>
              <a:t>함수가 최악인 상황에서</a:t>
            </a:r>
            <a:r>
              <a:rPr lang="en-US" altLang="ko-KR" dirty="0"/>
              <a:t>, </a:t>
            </a:r>
            <a:r>
              <a:rPr lang="ko-KR" altLang="en-US" dirty="0"/>
              <a:t>각 집합이 리프 노드 끼리 </a:t>
            </a:r>
            <a:r>
              <a:rPr lang="en-US" altLang="ko-KR" dirty="0"/>
              <a:t>Union </a:t>
            </a:r>
            <a:r>
              <a:rPr lang="ko-KR" altLang="en-US" dirty="0"/>
              <a:t>하게 된다면 </a:t>
            </a:r>
            <a:r>
              <a:rPr lang="en-US" altLang="ko-KR" dirty="0"/>
              <a:t>Union </a:t>
            </a:r>
            <a:r>
              <a:rPr lang="ko-KR" altLang="en-US" dirty="0"/>
              <a:t>함수의 성능이 많이 떨어짐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95D0B86-4A38-6282-7A08-11DE7C80695F}"/>
              </a:ext>
            </a:extLst>
          </p:cNvPr>
          <p:cNvSpPr/>
          <p:nvPr/>
        </p:nvSpPr>
        <p:spPr>
          <a:xfrm>
            <a:off x="706581" y="2872741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F57F6F5-452A-B57F-BBB5-4F0C95658594}"/>
              </a:ext>
            </a:extLst>
          </p:cNvPr>
          <p:cNvSpPr/>
          <p:nvPr/>
        </p:nvSpPr>
        <p:spPr>
          <a:xfrm>
            <a:off x="579581" y="4217293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0EDEDAB-99E4-746E-1668-B3164441DF52}"/>
              </a:ext>
            </a:extLst>
          </p:cNvPr>
          <p:cNvSpPr/>
          <p:nvPr/>
        </p:nvSpPr>
        <p:spPr>
          <a:xfrm>
            <a:off x="487218" y="5542278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F106831-03D8-C29C-38BF-861F627FA1B6}"/>
              </a:ext>
            </a:extLst>
          </p:cNvPr>
          <p:cNvSpPr/>
          <p:nvPr/>
        </p:nvSpPr>
        <p:spPr>
          <a:xfrm>
            <a:off x="3572164" y="2944322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AE1572-B7F1-2279-5BD1-C4F8A684BF33}"/>
              </a:ext>
            </a:extLst>
          </p:cNvPr>
          <p:cNvSpPr/>
          <p:nvPr/>
        </p:nvSpPr>
        <p:spPr>
          <a:xfrm>
            <a:off x="3613728" y="4154974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60C0705-5FEF-AC76-6EF7-E23FBE4EA041}"/>
              </a:ext>
            </a:extLst>
          </p:cNvPr>
          <p:cNvSpPr/>
          <p:nvPr/>
        </p:nvSpPr>
        <p:spPr>
          <a:xfrm>
            <a:off x="3613728" y="5191297"/>
            <a:ext cx="701963" cy="7019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5478585-2D2E-077B-9FF8-1B5AA266F949}"/>
              </a:ext>
            </a:extLst>
          </p:cNvPr>
          <p:cNvGrpSpPr/>
          <p:nvPr/>
        </p:nvGrpSpPr>
        <p:grpSpPr>
          <a:xfrm>
            <a:off x="797327" y="5120469"/>
            <a:ext cx="87120" cy="384840"/>
            <a:chOff x="797327" y="5120469"/>
            <a:chExt cx="8712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75D611F-9C83-C23C-E6F0-AB62BB62388E}"/>
                    </a:ext>
                  </a:extLst>
                </p14:cNvPr>
                <p14:cNvContentPartPr/>
                <p14:nvPr/>
              </p14:nvContentPartPr>
              <p14:xfrm>
                <a:off x="812447" y="5120469"/>
                <a:ext cx="38520" cy="3848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75D611F-9C83-C23C-E6F0-AB62BB6238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6327" y="5114349"/>
                  <a:ext cx="50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0BE27E9-8546-679F-3EEE-0A2C88D1A742}"/>
                    </a:ext>
                  </a:extLst>
                </p14:cNvPr>
                <p14:cNvContentPartPr/>
                <p14:nvPr/>
              </p14:nvContentPartPr>
              <p14:xfrm>
                <a:off x="797327" y="5176629"/>
                <a:ext cx="87120" cy="792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0BE27E9-8546-679F-3EEE-0A2C88D1A7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1207" y="5170509"/>
                  <a:ext cx="9936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3AB9B2-B123-B520-7B20-25FFB67348FA}"/>
              </a:ext>
            </a:extLst>
          </p:cNvPr>
          <p:cNvGrpSpPr/>
          <p:nvPr/>
        </p:nvGrpSpPr>
        <p:grpSpPr>
          <a:xfrm>
            <a:off x="821087" y="3824469"/>
            <a:ext cx="113400" cy="498240"/>
            <a:chOff x="821087" y="3824469"/>
            <a:chExt cx="11340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DE8AB1F-A4F3-A37A-8847-F1AEEA666FA7}"/>
                    </a:ext>
                  </a:extLst>
                </p14:cNvPr>
                <p14:cNvContentPartPr/>
                <p14:nvPr/>
              </p14:nvContentPartPr>
              <p14:xfrm>
                <a:off x="868247" y="3850389"/>
                <a:ext cx="37800" cy="4723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DE8AB1F-A4F3-A37A-8847-F1AEEA666F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2127" y="3844269"/>
                  <a:ext cx="5004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4102D9D-B818-1957-87A4-C02DA5D69116}"/>
                    </a:ext>
                  </a:extLst>
                </p14:cNvPr>
                <p14:cNvContentPartPr/>
                <p14:nvPr/>
              </p14:nvContentPartPr>
              <p14:xfrm>
                <a:off x="821087" y="3824469"/>
                <a:ext cx="113400" cy="174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4102D9D-B818-1957-87A4-C02DA5D691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4967" y="3818349"/>
                  <a:ext cx="1256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E2BC04-82BE-64DE-BACA-12557EE3C6B4}"/>
              </a:ext>
            </a:extLst>
          </p:cNvPr>
          <p:cNvGrpSpPr/>
          <p:nvPr/>
        </p:nvGrpSpPr>
        <p:grpSpPr>
          <a:xfrm>
            <a:off x="754127" y="2416509"/>
            <a:ext cx="890640" cy="474480"/>
            <a:chOff x="754127" y="2416509"/>
            <a:chExt cx="89064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130E8D1-871D-6EE5-4F38-37631A0274D1}"/>
                    </a:ext>
                  </a:extLst>
                </p14:cNvPr>
                <p14:cNvContentPartPr/>
                <p14:nvPr/>
              </p14:nvContentPartPr>
              <p14:xfrm>
                <a:off x="754127" y="2416509"/>
                <a:ext cx="644400" cy="474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130E8D1-871D-6EE5-4F38-37631A0274D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8007" y="2410389"/>
                  <a:ext cx="6566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CFC160C-E220-FAA0-048B-E6AEE80ECB65}"/>
                    </a:ext>
                  </a:extLst>
                </p14:cNvPr>
                <p14:cNvContentPartPr/>
                <p14:nvPr/>
              </p14:nvContentPartPr>
              <p14:xfrm>
                <a:off x="1248407" y="2752029"/>
                <a:ext cx="396360" cy="1314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CFC160C-E220-FAA0-048B-E6AEE80ECB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2287" y="2745909"/>
                  <a:ext cx="4086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61431C7-D5BE-537A-C227-FBD95165DCE4}"/>
              </a:ext>
            </a:extLst>
          </p:cNvPr>
          <p:cNvGrpSpPr/>
          <p:nvPr/>
        </p:nvGrpSpPr>
        <p:grpSpPr>
          <a:xfrm>
            <a:off x="3574367" y="2438469"/>
            <a:ext cx="511560" cy="545040"/>
            <a:chOff x="3574367" y="2438469"/>
            <a:chExt cx="51156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FBD6D2B-74A6-CD90-E278-62BC2C826574}"/>
                    </a:ext>
                  </a:extLst>
                </p14:cNvPr>
                <p14:cNvContentPartPr/>
                <p14:nvPr/>
              </p14:nvContentPartPr>
              <p14:xfrm>
                <a:off x="3593087" y="2875869"/>
                <a:ext cx="101520" cy="1076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FBD6D2B-74A6-CD90-E278-62BC2C8265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86967" y="2869749"/>
                  <a:ext cx="11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426C5FE-BCEE-F700-7411-F25EC7D12EA1}"/>
                    </a:ext>
                  </a:extLst>
                </p14:cNvPr>
                <p14:cNvContentPartPr/>
                <p14:nvPr/>
              </p14:nvContentPartPr>
              <p14:xfrm>
                <a:off x="3574367" y="2760309"/>
                <a:ext cx="360" cy="478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426C5FE-BCEE-F700-7411-F25EC7D12E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68247" y="2754189"/>
                  <a:ext cx="12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0113037-F574-1A43-C0B9-2BF2920C1778}"/>
                    </a:ext>
                  </a:extLst>
                </p14:cNvPr>
                <p14:cNvContentPartPr/>
                <p14:nvPr/>
              </p14:nvContentPartPr>
              <p14:xfrm>
                <a:off x="3574367" y="2594349"/>
                <a:ext cx="17280" cy="658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0113037-F574-1A43-C0B9-2BF2920C17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68247" y="2588229"/>
                  <a:ext cx="29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9356255-9FF3-93E6-B7E4-C2055A1BCB98}"/>
                    </a:ext>
                  </a:extLst>
                </p14:cNvPr>
                <p14:cNvContentPartPr/>
                <p14:nvPr/>
              </p14:nvContentPartPr>
              <p14:xfrm>
                <a:off x="3675887" y="2473389"/>
                <a:ext cx="33480" cy="298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9356255-9FF3-93E6-B7E4-C2055A1BCB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69767" y="2467269"/>
                  <a:ext cx="45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8F681F6-9324-3ACC-CBF3-6D6E18E9BDDA}"/>
                    </a:ext>
                  </a:extLst>
                </p14:cNvPr>
                <p14:cNvContentPartPr/>
                <p14:nvPr/>
              </p14:nvContentPartPr>
              <p14:xfrm>
                <a:off x="3832847" y="2438469"/>
                <a:ext cx="2628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8F681F6-9324-3ACC-CBF3-6D6E18E9BDD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26727" y="2432349"/>
                  <a:ext cx="38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F05595A-2369-A078-B2D0-6217D0855AD9}"/>
                    </a:ext>
                  </a:extLst>
                </p14:cNvPr>
                <p14:cNvContentPartPr/>
                <p14:nvPr/>
              </p14:nvContentPartPr>
              <p14:xfrm>
                <a:off x="3953087" y="2484549"/>
                <a:ext cx="30600" cy="244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F05595A-2369-A078-B2D0-6217D0855A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46967" y="2478429"/>
                  <a:ext cx="42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C527CB0-7EE0-C908-C177-8D2E1ADE7CB8}"/>
                    </a:ext>
                  </a:extLst>
                </p14:cNvPr>
                <p14:cNvContentPartPr/>
                <p14:nvPr/>
              </p14:nvContentPartPr>
              <p14:xfrm>
                <a:off x="4026887" y="2632149"/>
                <a:ext cx="360" cy="712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C527CB0-7EE0-C908-C177-8D2E1ADE7C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20767" y="2626029"/>
                  <a:ext cx="12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FFDD0B4-0E85-6751-CD9F-A57E325A74C5}"/>
                    </a:ext>
                  </a:extLst>
                </p14:cNvPr>
                <p14:cNvContentPartPr/>
                <p14:nvPr/>
              </p14:nvContentPartPr>
              <p14:xfrm>
                <a:off x="4019687" y="2798469"/>
                <a:ext cx="7920" cy="3204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FFDD0B4-0E85-6751-CD9F-A57E325A74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13567" y="2792349"/>
                  <a:ext cx="20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D815D9D7-87AF-F280-6249-9637BFB30795}"/>
                    </a:ext>
                  </a:extLst>
                </p14:cNvPr>
                <p14:cNvContentPartPr/>
                <p14:nvPr/>
              </p14:nvContentPartPr>
              <p14:xfrm>
                <a:off x="3962087" y="2826909"/>
                <a:ext cx="123840" cy="8352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D815D9D7-87AF-F280-6249-9637BFB307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55967" y="2820789"/>
                  <a:ext cx="1360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30A7CB5-008C-885E-E588-5AF1DE6BB53E}"/>
              </a:ext>
            </a:extLst>
          </p:cNvPr>
          <p:cNvGrpSpPr/>
          <p:nvPr/>
        </p:nvGrpSpPr>
        <p:grpSpPr>
          <a:xfrm>
            <a:off x="3934367" y="3643389"/>
            <a:ext cx="75600" cy="504000"/>
            <a:chOff x="3934367" y="3643389"/>
            <a:chExt cx="756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E38AEE45-E7C9-7524-3BBC-F27A1F1975E9}"/>
                    </a:ext>
                  </a:extLst>
                </p14:cNvPr>
                <p14:cNvContentPartPr/>
                <p14:nvPr/>
              </p14:nvContentPartPr>
              <p14:xfrm>
                <a:off x="3943727" y="3643389"/>
                <a:ext cx="47880" cy="50400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E38AEE45-E7C9-7524-3BBC-F27A1F1975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7607" y="3637269"/>
                  <a:ext cx="6012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D9B6931D-490B-A846-144B-C677DACDA145}"/>
                    </a:ext>
                  </a:extLst>
                </p14:cNvPr>
                <p14:cNvContentPartPr/>
                <p14:nvPr/>
              </p14:nvContentPartPr>
              <p14:xfrm>
                <a:off x="3934367" y="3695949"/>
                <a:ext cx="75600" cy="25812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D9B6931D-490B-A846-144B-C677DACDA1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28247" y="3689829"/>
                  <a:ext cx="8784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3995F2D-8E4B-3729-B63A-FA59E88859DB}"/>
              </a:ext>
            </a:extLst>
          </p:cNvPr>
          <p:cNvGrpSpPr/>
          <p:nvPr/>
        </p:nvGrpSpPr>
        <p:grpSpPr>
          <a:xfrm>
            <a:off x="3841847" y="4882149"/>
            <a:ext cx="81720" cy="244080"/>
            <a:chOff x="3841847" y="4882149"/>
            <a:chExt cx="817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6E045767-DD6B-1DBF-4C0A-CF4B52DFA5D4}"/>
                    </a:ext>
                  </a:extLst>
                </p14:cNvPr>
                <p14:cNvContentPartPr/>
                <p14:nvPr/>
              </p14:nvContentPartPr>
              <p14:xfrm>
                <a:off x="3868847" y="4897989"/>
                <a:ext cx="28800" cy="22824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6E045767-DD6B-1DBF-4C0A-CF4B52DFA5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2727" y="4891869"/>
                  <a:ext cx="41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135C6B88-92ED-3D3F-E324-7D21778CB1F0}"/>
                    </a:ext>
                  </a:extLst>
                </p14:cNvPr>
                <p14:cNvContentPartPr/>
                <p14:nvPr/>
              </p14:nvContentPartPr>
              <p14:xfrm>
                <a:off x="3841847" y="4882149"/>
                <a:ext cx="81720" cy="12852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135C6B88-92ED-3D3F-E324-7D21778CB1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35727" y="4876029"/>
                  <a:ext cx="939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9496D4F-14A6-C925-2C90-3C2D891F201C}"/>
              </a:ext>
            </a:extLst>
          </p:cNvPr>
          <p:cNvGrpSpPr/>
          <p:nvPr/>
        </p:nvGrpSpPr>
        <p:grpSpPr>
          <a:xfrm>
            <a:off x="1617767" y="3223269"/>
            <a:ext cx="1919880" cy="187560"/>
            <a:chOff x="1617767" y="3223269"/>
            <a:chExt cx="19198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1D357654-81D1-22B0-AB25-400BEA89EBCB}"/>
                    </a:ext>
                  </a:extLst>
                </p14:cNvPr>
                <p14:cNvContentPartPr/>
                <p14:nvPr/>
              </p14:nvContentPartPr>
              <p14:xfrm>
                <a:off x="1632887" y="3260709"/>
                <a:ext cx="1904760" cy="11844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1D357654-81D1-22B0-AB25-400BEA89EBC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26767" y="3254589"/>
                  <a:ext cx="1917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A9E24AE-3FE9-F327-411C-3C28BC26C38D}"/>
                    </a:ext>
                  </a:extLst>
                </p14:cNvPr>
                <p14:cNvContentPartPr/>
                <p14:nvPr/>
              </p14:nvContentPartPr>
              <p14:xfrm>
                <a:off x="1617767" y="3223269"/>
                <a:ext cx="365400" cy="18756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A9E24AE-3FE9-F327-411C-3C28BC26C38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11647" y="3217149"/>
                  <a:ext cx="377640" cy="19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0857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D8BB-7B4A-8479-DF84-3DC7F746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70AA2-4BCC-08FC-A881-50FFAFC3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 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C2354-34C1-C0F1-626C-50ECFACC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예제 문제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https://www.acmicpc.net/problem/24391</a:t>
            </a:r>
            <a:endParaRPr lang="en-US" altLang="ko-KR" sz="2000" dirty="0"/>
          </a:p>
          <a:p>
            <a:pPr lvl="1"/>
            <a:r>
              <a:rPr lang="ko-KR" altLang="en-US" sz="1600" dirty="0"/>
              <a:t>예시 답안 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3"/>
              </a:rPr>
              <a:t>http://boj.kr/f233b6d383b44f5895f635dbb342d4e0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6259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E9AAD-02A1-EF5A-277D-CBAD00DB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C496D-63FE-3271-ADDE-0A4F3475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FF485-F901-4603-5140-E5C36A7B1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원하는 값을 찾을 때 까지 탐색 범위를 반으로 줄이면서 효율적으로 탐색하는 알고리즘</a:t>
            </a:r>
            <a:endParaRPr lang="en-US" altLang="ko-KR" sz="2000" dirty="0"/>
          </a:p>
          <a:p>
            <a:r>
              <a:rPr lang="ko-KR" altLang="en-US" sz="2000" dirty="0"/>
              <a:t>이분 탐색은 다양한 알고리즘에 활용되고</a:t>
            </a:r>
            <a:r>
              <a:rPr lang="en-US" altLang="ko-KR" sz="2000" dirty="0"/>
              <a:t>, </a:t>
            </a:r>
            <a:r>
              <a:rPr lang="ko-KR" altLang="en-US" sz="2000" dirty="0"/>
              <a:t>심지어 조건만 잘 맞춘다면 다양한 문제에 적용할 수 있다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600" dirty="0"/>
              <a:t>정렬된 배열에서 특정 값의 위치를 찾아라 </a:t>
            </a:r>
            <a:r>
              <a:rPr lang="en-US" altLang="ko-KR" sz="1600" dirty="0"/>
              <a:t>: </a:t>
            </a:r>
            <a:r>
              <a:rPr lang="ko-KR" altLang="en-US" sz="1600" dirty="0"/>
              <a:t>정직하게 이분 탐색</a:t>
            </a:r>
            <a:endParaRPr lang="en-US" altLang="ko-KR" sz="1600" dirty="0"/>
          </a:p>
          <a:p>
            <a:pPr lvl="1"/>
            <a:r>
              <a:rPr lang="ko-KR" altLang="en-US" sz="1600" dirty="0"/>
              <a:t>특정 범위에서 </a:t>
            </a:r>
            <a:r>
              <a:rPr lang="en-US" altLang="ko-KR" sz="1600" dirty="0"/>
              <a:t>(</a:t>
            </a:r>
            <a:r>
              <a:rPr lang="ko-KR" altLang="en-US" sz="1600" dirty="0"/>
              <a:t>또는 구간에서</a:t>
            </a:r>
            <a:r>
              <a:rPr lang="en-US" altLang="ko-KR" sz="1600" dirty="0"/>
              <a:t>) T</a:t>
            </a:r>
            <a:r>
              <a:rPr lang="ko-KR" altLang="en-US" sz="1600" dirty="0"/>
              <a:t>가 있을 수 있는가</a:t>
            </a:r>
            <a:r>
              <a:rPr lang="en-US" altLang="ko-KR" sz="1600" dirty="0"/>
              <a:t>? : </a:t>
            </a:r>
            <a:r>
              <a:rPr lang="ko-KR" altLang="en-US" sz="1600" dirty="0"/>
              <a:t>이분 탐색을 활용해서 </a:t>
            </a:r>
            <a:r>
              <a:rPr lang="en-US" altLang="ko-KR" sz="1600" dirty="0" err="1"/>
              <a:t>arr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&lt;= T &lt; </a:t>
            </a:r>
            <a:r>
              <a:rPr lang="en-US" altLang="ko-KR" sz="1600" dirty="0" err="1"/>
              <a:t>arr</a:t>
            </a:r>
            <a:r>
              <a:rPr lang="en-US" altLang="ko-KR" sz="1600" dirty="0"/>
              <a:t>[i+1] </a:t>
            </a:r>
            <a:r>
              <a:rPr lang="ko-KR" altLang="en-US" sz="1600" dirty="0"/>
              <a:t>찾기</a:t>
            </a:r>
            <a:endParaRPr lang="en-US" altLang="ko-KR" sz="1600" dirty="0"/>
          </a:p>
          <a:p>
            <a:pPr lvl="1"/>
            <a:r>
              <a:rPr lang="ko-KR" altLang="en-US" sz="1600" dirty="0"/>
              <a:t>배열에서 </a:t>
            </a:r>
            <a:r>
              <a:rPr lang="en-US" altLang="ko-KR" sz="1600" dirty="0"/>
              <a:t>T </a:t>
            </a:r>
            <a:r>
              <a:rPr lang="ko-KR" altLang="en-US" sz="1600" dirty="0"/>
              <a:t>보다 작은</a:t>
            </a:r>
            <a:r>
              <a:rPr lang="en-US" altLang="ko-KR" sz="1600" dirty="0"/>
              <a:t>(</a:t>
            </a:r>
            <a:r>
              <a:rPr lang="ko-KR" altLang="en-US" sz="1600" dirty="0"/>
              <a:t>큰</a:t>
            </a:r>
            <a:r>
              <a:rPr lang="en-US" altLang="ko-KR" sz="1600" dirty="0"/>
              <a:t>) </a:t>
            </a:r>
            <a:r>
              <a:rPr lang="ko-KR" altLang="en-US" sz="1600" dirty="0"/>
              <a:t>값들 중 최솟값</a:t>
            </a:r>
            <a:r>
              <a:rPr lang="en-US" altLang="ko-KR" sz="1600" dirty="0"/>
              <a:t>(</a:t>
            </a:r>
            <a:r>
              <a:rPr lang="ko-KR" altLang="en-US" sz="1600" dirty="0"/>
              <a:t>최댓값</a:t>
            </a:r>
            <a:r>
              <a:rPr lang="en-US" altLang="ko-KR" sz="1600" dirty="0"/>
              <a:t>)</a:t>
            </a:r>
            <a:r>
              <a:rPr lang="ko-KR" altLang="en-US" sz="1600" dirty="0"/>
              <a:t>은</a:t>
            </a:r>
            <a:r>
              <a:rPr lang="en-US" altLang="ko-KR" sz="1600" dirty="0"/>
              <a:t>? : </a:t>
            </a:r>
            <a:r>
              <a:rPr lang="ko-KR" altLang="en-US" sz="1600" dirty="0"/>
              <a:t>이분 탐색으로 </a:t>
            </a:r>
            <a:r>
              <a:rPr lang="en-US" altLang="ko-KR" sz="1600" dirty="0" err="1"/>
              <a:t>arr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&lt;= T &lt; </a:t>
            </a:r>
            <a:r>
              <a:rPr lang="en-US" altLang="ko-KR" sz="1600" dirty="0" err="1"/>
              <a:t>arr</a:t>
            </a:r>
            <a:r>
              <a:rPr lang="en-US" altLang="ko-KR" sz="1600" dirty="0"/>
              <a:t>[i+1]</a:t>
            </a:r>
            <a:r>
              <a:rPr lang="ko-KR" altLang="en-US" sz="1600" dirty="0"/>
              <a:t> 찾기</a:t>
            </a:r>
            <a:endParaRPr lang="en-US" altLang="ko-KR" sz="1600" dirty="0"/>
          </a:p>
          <a:p>
            <a:pPr lvl="1"/>
            <a:r>
              <a:rPr lang="ko-KR" altLang="en-US" sz="1600" dirty="0"/>
              <a:t>심지어 이분탐색을 활용해 구현되는 알고리즘도 다수 존재</a:t>
            </a:r>
            <a:r>
              <a:rPr lang="en-US" altLang="ko-KR" sz="1600" dirty="0"/>
              <a:t>: LIS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r>
              <a:rPr lang="ko-KR" altLang="en-US" sz="2000" dirty="0"/>
              <a:t>저장되어 있는 내용이 매우 큰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또는 특정 조건을 만족시키는 값을 빠르게 찾고 싶은 경우 이분 탐색을 활용하면 됨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600" dirty="0"/>
              <a:t>예를 들어</a:t>
            </a:r>
            <a:r>
              <a:rPr lang="en-US" altLang="ko-KR" sz="1600" dirty="0"/>
              <a:t>, </a:t>
            </a:r>
            <a:r>
              <a:rPr lang="ko-KR" altLang="en-US" sz="1600" dirty="0"/>
              <a:t>매우 큰 배열에서 특정 값 </a:t>
            </a:r>
            <a:r>
              <a:rPr lang="en-US" altLang="ko-KR" sz="1600" dirty="0"/>
              <a:t>20 </a:t>
            </a:r>
            <a:r>
              <a:rPr lang="ko-KR" altLang="en-US" sz="1600" dirty="0"/>
              <a:t>을 찾아야 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처음부터 훑어 보는 것 보다는 한 번 정렬한 뒤 이분탐색해서 찾는 것이 더 빠름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807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1E062-78A6-783A-A24D-89DB9DD0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E2E14-6727-250E-28A2-7ED158EC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22816-1951-01C6-E6FC-697401F2F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3038"/>
            <a:ext cx="5157787" cy="385762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코드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4026F5A-B1C4-735E-9CDA-D6F0325DD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28800"/>
            <a:ext cx="5256212" cy="43608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dirty="0"/>
              <a:t>vector&lt;int&gt; </a:t>
            </a:r>
            <a:r>
              <a:rPr lang="en-US" altLang="ko-KR" dirty="0" err="1"/>
              <a:t>arr</a:t>
            </a:r>
            <a:r>
              <a:rPr lang="en-US" altLang="ko-KR" dirty="0"/>
              <a:t>; // </a:t>
            </a:r>
            <a:r>
              <a:rPr lang="ko-KR" altLang="en-US" dirty="0"/>
              <a:t>전역변수</a:t>
            </a:r>
            <a:r>
              <a:rPr lang="en-US" altLang="ko-KR" dirty="0"/>
              <a:t>. </a:t>
            </a:r>
            <a:r>
              <a:rPr lang="ko-KR" altLang="en-US" dirty="0"/>
              <a:t>정렬 되어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int search(int start, int end, int key) {</a:t>
            </a:r>
          </a:p>
          <a:p>
            <a:pPr marL="0" indent="0">
              <a:buNone/>
            </a:pPr>
            <a:r>
              <a:rPr lang="en-US" altLang="ko-KR" dirty="0"/>
              <a:t>    while (start &lt;= end) {</a:t>
            </a:r>
          </a:p>
          <a:p>
            <a:pPr marL="0" indent="0">
              <a:buNone/>
            </a:pPr>
            <a:r>
              <a:rPr lang="en-US" altLang="ko-KR" dirty="0"/>
              <a:t>        int middle = start + (end - start) / 2;</a:t>
            </a:r>
          </a:p>
          <a:p>
            <a:pPr marL="0" indent="0">
              <a:buNone/>
            </a:pPr>
            <a:r>
              <a:rPr lang="en-US" altLang="ko-KR" dirty="0"/>
              <a:t>        if (</a:t>
            </a:r>
            <a:r>
              <a:rPr lang="en-US" altLang="ko-KR" dirty="0" err="1"/>
              <a:t>arr</a:t>
            </a:r>
            <a:r>
              <a:rPr lang="en-US" altLang="ko-KR" dirty="0"/>
              <a:t>[middle] &lt; key) {</a:t>
            </a:r>
          </a:p>
          <a:p>
            <a:pPr marL="0" indent="0">
              <a:buNone/>
            </a:pPr>
            <a:r>
              <a:rPr lang="en-US" altLang="ko-KR" dirty="0"/>
              <a:t>            start = middle + 1;</a:t>
            </a:r>
          </a:p>
          <a:p>
            <a:pPr marL="0" indent="0">
              <a:buNone/>
            </a:pPr>
            <a:r>
              <a:rPr lang="en-US" altLang="ko-KR" dirty="0"/>
              <a:t>        } else if (key &lt; </a:t>
            </a:r>
            <a:r>
              <a:rPr lang="en-US" altLang="ko-KR" dirty="0" err="1"/>
              <a:t>arr</a:t>
            </a:r>
            <a:r>
              <a:rPr lang="en-US" altLang="ko-KR" dirty="0"/>
              <a:t>[middle]) {</a:t>
            </a:r>
          </a:p>
          <a:p>
            <a:pPr marL="0" indent="0">
              <a:buNone/>
            </a:pPr>
            <a:r>
              <a:rPr lang="en-US" altLang="ko-KR" dirty="0"/>
              <a:t>            end = middle - 1;</a:t>
            </a:r>
          </a:p>
          <a:p>
            <a:pPr marL="0" indent="0">
              <a:buNone/>
            </a:pPr>
            <a:r>
              <a:rPr lang="en-US" altLang="ko-KR" dirty="0"/>
              <a:t>        } else {</a:t>
            </a:r>
          </a:p>
          <a:p>
            <a:pPr marL="0" indent="0">
              <a:buNone/>
            </a:pPr>
            <a:r>
              <a:rPr lang="en-US" altLang="ko-KR" dirty="0"/>
              <a:t>            return middle;</a:t>
            </a:r>
          </a:p>
          <a:p>
            <a:pPr marL="0" indent="0">
              <a:buNone/>
            </a:pPr>
            <a:r>
              <a:rPr lang="en-US" altLang="ko-KR" dirty="0"/>
              <a:t>        }</a:t>
            </a:r>
          </a:p>
          <a:p>
            <a:pPr marL="0" indent="0">
              <a:buNone/>
            </a:pPr>
            <a:r>
              <a:rPr lang="en-US" altLang="ko-KR" dirty="0"/>
              <a:t>    }</a:t>
            </a:r>
          </a:p>
          <a:p>
            <a:pPr marL="0" indent="0">
              <a:buNone/>
            </a:pPr>
            <a:r>
              <a:rPr lang="en-US" altLang="ko-KR" dirty="0"/>
              <a:t>    return -1; // </a:t>
            </a:r>
            <a:r>
              <a:rPr lang="ko-KR" altLang="en-US" dirty="0"/>
              <a:t>찾기 실패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BE19A2-C470-B3CC-5897-3CD6F3117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3038"/>
            <a:ext cx="5183188" cy="385762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그림 </a:t>
            </a:r>
            <a:r>
              <a:rPr lang="en-US" altLang="ko-KR" b="0" dirty="0"/>
              <a:t>(3</a:t>
            </a:r>
            <a:r>
              <a:rPr lang="ko-KR" altLang="en-US" b="0" dirty="0"/>
              <a:t>을</a:t>
            </a:r>
            <a:r>
              <a:rPr lang="en-US" altLang="ko-KR" b="0" dirty="0"/>
              <a:t> </a:t>
            </a:r>
            <a:r>
              <a:rPr lang="ko-KR" altLang="en-US" b="0" dirty="0"/>
              <a:t>찾는 경우</a:t>
            </a:r>
            <a:r>
              <a:rPr lang="en-US" altLang="ko-KR" b="0" dirty="0"/>
              <a:t>)</a:t>
            </a:r>
            <a:endParaRPr lang="ko-KR" altLang="en-US" b="0" dirty="0"/>
          </a:p>
        </p:txBody>
      </p:sp>
      <p:graphicFrame>
        <p:nvGraphicFramePr>
          <p:cNvPr id="3" name="내용 개체 틀 2">
            <a:extLst>
              <a:ext uri="{FF2B5EF4-FFF2-40B4-BE49-F238E27FC236}">
                <a16:creationId xmlns:a16="http://schemas.microsoft.com/office/drawing/2014/main" id="{FD02FBBF-806C-E1AE-E409-F600DAE0B23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193113600"/>
              </p:ext>
            </p:extLst>
          </p:nvPr>
        </p:nvGraphicFramePr>
        <p:xfrm>
          <a:off x="6270625" y="2089843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5CE3FCE9-EF28-A650-3361-B7C1BA07B0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645276"/>
              </p:ext>
            </p:extLst>
          </p:nvPr>
        </p:nvGraphicFramePr>
        <p:xfrm>
          <a:off x="6270625" y="3173542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graphicFrame>
        <p:nvGraphicFramePr>
          <p:cNvPr id="9" name="내용 개체 틀 2">
            <a:extLst>
              <a:ext uri="{FF2B5EF4-FFF2-40B4-BE49-F238E27FC236}">
                <a16:creationId xmlns:a16="http://schemas.microsoft.com/office/drawing/2014/main" id="{04DF9864-859B-CE62-5046-C713A3F7F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036456"/>
              </p:ext>
            </p:extLst>
          </p:nvPr>
        </p:nvGraphicFramePr>
        <p:xfrm>
          <a:off x="6270626" y="4219248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A3A9877-0ECC-DC3B-C65F-BFEDAEACD1AA}"/>
              </a:ext>
            </a:extLst>
          </p:cNvPr>
          <p:cNvSpPr txBox="1"/>
          <p:nvPr/>
        </p:nvSpPr>
        <p:spPr>
          <a:xfrm>
            <a:off x="6270622" y="2574499"/>
            <a:ext cx="5385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처음 시작할 때 </a:t>
            </a:r>
            <a:r>
              <a:rPr lang="en-US" altLang="ko-KR" sz="1400" dirty="0"/>
              <a:t>start = 0, end = 6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3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&lt;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end = middle –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8B6A5-9E26-6A54-53A5-42E6FA77CA84}"/>
              </a:ext>
            </a:extLst>
          </p:cNvPr>
          <p:cNvSpPr txBox="1"/>
          <p:nvPr/>
        </p:nvSpPr>
        <p:spPr>
          <a:xfrm>
            <a:off x="6270624" y="3620205"/>
            <a:ext cx="5524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0, end = 2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1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&gt;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start = middle + 1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DC508-4B92-8256-9680-30B7699C5818}"/>
              </a:ext>
            </a:extLst>
          </p:cNvPr>
          <p:cNvSpPr txBox="1"/>
          <p:nvPr/>
        </p:nvSpPr>
        <p:spPr>
          <a:xfrm>
            <a:off x="6270624" y="4665911"/>
            <a:ext cx="5183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2, end = 2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2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==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우리는 원하는 값을 찾았다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14" name="내용 개체 틀 2">
            <a:extLst>
              <a:ext uri="{FF2B5EF4-FFF2-40B4-BE49-F238E27FC236}">
                <a16:creationId xmlns:a16="http://schemas.microsoft.com/office/drawing/2014/main" id="{90264F4B-3A15-67B4-AE25-69CE380BE4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8120966"/>
              </p:ext>
            </p:extLst>
          </p:nvPr>
        </p:nvGraphicFramePr>
        <p:xfrm>
          <a:off x="6270622" y="5318026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3.5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4297DA6-0248-9D96-1345-39CE9463BD3E}"/>
              </a:ext>
            </a:extLst>
          </p:cNvPr>
          <p:cNvSpPr txBox="1"/>
          <p:nvPr/>
        </p:nvSpPr>
        <p:spPr>
          <a:xfrm>
            <a:off x="6270623" y="5817761"/>
            <a:ext cx="5524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2, end = 2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2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&lt;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end = middle –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하지만 그렇게 되면 </a:t>
            </a:r>
            <a:r>
              <a:rPr lang="en-US" altLang="ko-KR" sz="1400" dirty="0"/>
              <a:t>start &gt; end</a:t>
            </a:r>
            <a:r>
              <a:rPr lang="ko-KR" altLang="en-US" sz="1400" dirty="0"/>
              <a:t>가 되어버리므로 실패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DDD902FE-786B-7A38-2B36-9CA82E0AF8C7}"/>
              </a:ext>
            </a:extLst>
          </p:cNvPr>
          <p:cNvSpPr/>
          <p:nvPr/>
        </p:nvSpPr>
        <p:spPr>
          <a:xfrm>
            <a:off x="4900323" y="5318026"/>
            <a:ext cx="1282988" cy="37084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이 없는 경우</a:t>
            </a:r>
          </a:p>
        </p:txBody>
      </p:sp>
    </p:spTree>
    <p:extLst>
      <p:ext uri="{BB962C8B-B14F-4D97-AF65-F5344CB8AC3E}">
        <p14:creationId xmlns:p14="http://schemas.microsoft.com/office/powerpoint/2010/main" val="3451133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EA08-F2AB-3318-DEF4-08DEBA57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8B4B8-0516-E715-FBC3-B200C58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5AE2A-D61D-57C8-CCFC-C4F0636C6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정직하게 이분 탐색을 하게 되면</a:t>
            </a:r>
            <a:r>
              <a:rPr lang="en-US" altLang="ko-KR" sz="2000" dirty="0"/>
              <a:t>, </a:t>
            </a:r>
            <a:r>
              <a:rPr lang="ko-KR" altLang="en-US" sz="2000" dirty="0"/>
              <a:t>중복되는 값이 여러 개 있을 때</a:t>
            </a:r>
            <a:r>
              <a:rPr lang="en-US" altLang="ko-KR" sz="2000" dirty="0"/>
              <a:t>, </a:t>
            </a:r>
            <a:r>
              <a:rPr lang="ko-KR" altLang="en-US" sz="2000" dirty="0"/>
              <a:t>결과가 달라질 수 있음</a:t>
            </a:r>
            <a:endParaRPr lang="en-US" altLang="ko-KR" sz="2000" dirty="0"/>
          </a:p>
          <a:p>
            <a:pPr lvl="1"/>
            <a:r>
              <a:rPr lang="en-US" altLang="ko-KR" sz="1600" dirty="0"/>
              <a:t>[1,2,2,2,5]</a:t>
            </a:r>
            <a:r>
              <a:rPr lang="ko-KR" altLang="en-US" sz="1600" dirty="0"/>
              <a:t>에서 </a:t>
            </a:r>
            <a:r>
              <a:rPr lang="en-US" altLang="ko-KR" sz="1600" dirty="0"/>
              <a:t>2</a:t>
            </a:r>
            <a:r>
              <a:rPr lang="ko-KR" altLang="en-US" sz="1600" dirty="0"/>
              <a:t>를 이분탐색으로 찾을 경우 결과가 </a:t>
            </a:r>
            <a:r>
              <a:rPr lang="en-US" altLang="ko-KR" sz="1600" dirty="0"/>
              <a:t>1,2,3</a:t>
            </a:r>
            <a:r>
              <a:rPr lang="ko-KR" altLang="en-US" sz="1600" dirty="0"/>
              <a:t>중 나올 수 있게 됨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r>
              <a:rPr lang="en-US" altLang="ko-KR" sz="2000" dirty="0" err="1"/>
              <a:t>Lowerbound</a:t>
            </a:r>
            <a:r>
              <a:rPr lang="en-US" altLang="ko-KR" sz="2000" dirty="0"/>
              <a:t> </a:t>
            </a:r>
            <a:r>
              <a:rPr lang="ko-KR" altLang="en-US" sz="2000" dirty="0"/>
              <a:t>이분 탐색</a:t>
            </a:r>
            <a:r>
              <a:rPr lang="en-US" altLang="ko-KR" sz="2000" dirty="0"/>
              <a:t>: key</a:t>
            </a:r>
            <a:r>
              <a:rPr lang="ko-KR" altLang="en-US" sz="2000" dirty="0"/>
              <a:t> </a:t>
            </a:r>
            <a:r>
              <a:rPr lang="en-US" altLang="ko-KR" sz="2000" dirty="0"/>
              <a:t>&lt;=</a:t>
            </a:r>
            <a:r>
              <a:rPr lang="ko-KR" altLang="en-US" sz="2000" dirty="0"/>
              <a:t>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</a:t>
            </a:r>
            <a:r>
              <a:rPr lang="ko-KR" altLang="en-US" sz="2000" dirty="0"/>
              <a:t>를 만족시키는 최소 인덱스 </a:t>
            </a:r>
            <a:r>
              <a:rPr lang="en-US" altLang="ko-KR" sz="2000" dirty="0"/>
              <a:t>I</a:t>
            </a:r>
            <a:r>
              <a:rPr lang="ko-KR" altLang="en-US" sz="2000" dirty="0"/>
              <a:t> 찾기</a:t>
            </a:r>
            <a:endParaRPr lang="en-US" altLang="ko-KR" sz="2000" dirty="0"/>
          </a:p>
          <a:p>
            <a:pPr lvl="1"/>
            <a:r>
              <a:rPr lang="en-US" altLang="ko-KR" sz="1600" dirty="0"/>
              <a:t>[1,2,2,2,5]</a:t>
            </a:r>
            <a:r>
              <a:rPr lang="ko-KR" altLang="en-US" sz="1600" dirty="0"/>
              <a:t>에서 </a:t>
            </a:r>
            <a:r>
              <a:rPr lang="en-US" altLang="ko-KR" sz="1600" dirty="0"/>
              <a:t>2</a:t>
            </a:r>
            <a:r>
              <a:rPr lang="ko-KR" altLang="en-US" sz="1600" dirty="0"/>
              <a:t>를 </a:t>
            </a:r>
            <a:r>
              <a:rPr lang="en-US" altLang="ko-KR" sz="1600" dirty="0" err="1"/>
              <a:t>lowerbound</a:t>
            </a:r>
            <a:r>
              <a:rPr lang="en-US" altLang="ko-KR" sz="1600" dirty="0"/>
              <a:t> </a:t>
            </a:r>
            <a:r>
              <a:rPr lang="ko-KR" altLang="en-US" sz="1600" dirty="0"/>
              <a:t>이분탐색으로 찾을 경우 </a:t>
            </a:r>
            <a:r>
              <a:rPr lang="en-US" altLang="ko-KR" sz="1600" dirty="0"/>
              <a:t>1 </a:t>
            </a:r>
            <a:r>
              <a:rPr lang="ko-KR" altLang="en-US" sz="1600" dirty="0"/>
              <a:t>반환</a:t>
            </a:r>
            <a:endParaRPr lang="en-US" altLang="ko-KR" sz="1600" dirty="0"/>
          </a:p>
          <a:p>
            <a:r>
              <a:rPr lang="en-US" altLang="ko-KR" sz="2000" dirty="0" err="1"/>
              <a:t>Upperbound</a:t>
            </a:r>
            <a:r>
              <a:rPr lang="en-US" altLang="ko-KR" sz="2000" dirty="0"/>
              <a:t> </a:t>
            </a:r>
            <a:r>
              <a:rPr lang="ko-KR" altLang="en-US" sz="2000" dirty="0"/>
              <a:t>이분 탐색</a:t>
            </a:r>
            <a:r>
              <a:rPr lang="en-US" altLang="ko-KR" sz="2000" dirty="0"/>
              <a:t>: key &lt;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</a:t>
            </a:r>
            <a:r>
              <a:rPr lang="ko-KR" altLang="en-US" sz="2000" dirty="0"/>
              <a:t> 를 만족시키는 최소 인덱스 </a:t>
            </a:r>
            <a:r>
              <a:rPr lang="en-US" altLang="ko-KR" sz="2000" dirty="0" err="1"/>
              <a:t>i</a:t>
            </a:r>
            <a:r>
              <a:rPr lang="ko-KR" altLang="en-US" sz="2000" dirty="0"/>
              <a:t> 찾기</a:t>
            </a:r>
            <a:endParaRPr lang="en-US" altLang="ko-KR" sz="2000" dirty="0"/>
          </a:p>
          <a:p>
            <a:pPr lvl="1"/>
            <a:r>
              <a:rPr lang="en-US" altLang="ko-KR" sz="1600" dirty="0"/>
              <a:t>[1,2,2,2,5]</a:t>
            </a:r>
            <a:r>
              <a:rPr lang="ko-KR" altLang="en-US" sz="1600" dirty="0"/>
              <a:t>에서 </a:t>
            </a:r>
            <a:r>
              <a:rPr lang="en-US" altLang="ko-KR" sz="1600" dirty="0"/>
              <a:t>2</a:t>
            </a:r>
            <a:r>
              <a:rPr lang="ko-KR" altLang="en-US" sz="1600" dirty="0"/>
              <a:t>를 </a:t>
            </a:r>
            <a:r>
              <a:rPr lang="en-US" altLang="ko-KR" sz="1600" dirty="0" err="1"/>
              <a:t>upperbound</a:t>
            </a:r>
            <a:r>
              <a:rPr lang="en-US" altLang="ko-KR" sz="1600" dirty="0"/>
              <a:t> </a:t>
            </a:r>
            <a:r>
              <a:rPr lang="ko-KR" altLang="en-US" sz="1600" dirty="0"/>
              <a:t>이분탐색으로 찾을 경우 </a:t>
            </a:r>
            <a:r>
              <a:rPr lang="en-US" altLang="ko-KR" sz="1600" dirty="0"/>
              <a:t>4 </a:t>
            </a:r>
            <a:r>
              <a:rPr lang="ko-KR" altLang="en-US" sz="1600" dirty="0"/>
              <a:t>반환</a:t>
            </a:r>
            <a:endParaRPr lang="en-US" altLang="ko-KR" sz="1600" dirty="0"/>
          </a:p>
          <a:p>
            <a:pPr lvl="1"/>
            <a:r>
              <a:rPr lang="ko-KR" altLang="en-US" sz="1600" dirty="0"/>
              <a:t>이때</a:t>
            </a:r>
            <a:r>
              <a:rPr lang="en-US" altLang="ko-KR" sz="1600" dirty="0"/>
              <a:t>, 2</a:t>
            </a:r>
            <a:r>
              <a:rPr lang="ko-KR" altLang="en-US" sz="1600" dirty="0"/>
              <a:t>의 마지막 인덱스</a:t>
            </a:r>
            <a:r>
              <a:rPr lang="en-US" altLang="ko-KR" sz="1600" dirty="0"/>
              <a:t>(</a:t>
            </a:r>
            <a:r>
              <a:rPr lang="ko-KR" altLang="en-US" sz="1600" dirty="0"/>
              <a:t>또는 </a:t>
            </a:r>
            <a:r>
              <a:rPr lang="en-US" altLang="ko-KR" sz="1600" dirty="0"/>
              <a:t>key &gt; </a:t>
            </a:r>
            <a:r>
              <a:rPr lang="en-US" altLang="ko-KR" sz="1600" dirty="0" err="1"/>
              <a:t>arr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</a:t>
            </a:r>
            <a:r>
              <a:rPr lang="ko-KR" altLang="en-US" sz="1600" dirty="0"/>
              <a:t>인 값</a:t>
            </a:r>
            <a:r>
              <a:rPr lang="en-US" altLang="ko-KR" sz="1600" dirty="0"/>
              <a:t>)</a:t>
            </a:r>
            <a:r>
              <a:rPr lang="ko-KR" altLang="en-US" sz="1600" dirty="0"/>
              <a:t>는 </a:t>
            </a:r>
            <a:r>
              <a:rPr lang="en-US" altLang="ko-KR" sz="1600" dirty="0" err="1"/>
              <a:t>upperbound</a:t>
            </a:r>
            <a:r>
              <a:rPr lang="en-US" altLang="ko-KR" sz="1600" dirty="0"/>
              <a:t>(2) – 1</a:t>
            </a:r>
            <a:r>
              <a:rPr lang="ko-KR" altLang="en-US" sz="1600" dirty="0"/>
              <a:t>임을 알 수 있다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marL="0" indent="0">
              <a:buNone/>
            </a:pPr>
            <a:endParaRPr lang="en-US" altLang="ko-KR" sz="2000" dirty="0"/>
          </a:p>
          <a:p>
            <a:pPr lvl="1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05416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87AE-4BD6-38D3-C356-1C36F730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A0032-6B26-63EA-5880-F639259E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EFE6AF-E2ED-C38A-F0CD-345D121F1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3038"/>
            <a:ext cx="5157787" cy="385762"/>
          </a:xfrm>
        </p:spPr>
        <p:txBody>
          <a:bodyPr anchor="ctr">
            <a:normAutofit lnSpcReduction="10000"/>
          </a:bodyPr>
          <a:lstStyle/>
          <a:p>
            <a:r>
              <a:rPr lang="en-US" altLang="ko-KR" dirty="0" err="1"/>
              <a:t>lowerbound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B128504-70D3-E189-58D8-455F6A737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28800"/>
            <a:ext cx="5256212" cy="43608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vector&lt;int&gt; </a:t>
            </a:r>
            <a:r>
              <a:rPr lang="en-US" altLang="ko-KR" dirty="0" err="1"/>
              <a:t>arr</a:t>
            </a:r>
            <a:r>
              <a:rPr lang="en-US" altLang="ko-KR" dirty="0"/>
              <a:t>; // </a:t>
            </a:r>
            <a:r>
              <a:rPr lang="ko-KR" altLang="en-US" dirty="0"/>
              <a:t>전역변수 정렬 되어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int </a:t>
            </a:r>
            <a:r>
              <a:rPr lang="en-US" altLang="ko-KR" dirty="0" err="1"/>
              <a:t>lowerbound</a:t>
            </a:r>
            <a:r>
              <a:rPr lang="en-US" altLang="ko-KR" dirty="0"/>
              <a:t>(int start, int end, int key) {</a:t>
            </a:r>
          </a:p>
          <a:p>
            <a:pPr marL="0" indent="0">
              <a:buNone/>
            </a:pPr>
            <a:r>
              <a:rPr lang="en-US" altLang="ko-KR" dirty="0"/>
              <a:t>    while (start &lt;= end) {</a:t>
            </a:r>
          </a:p>
          <a:p>
            <a:pPr marL="0" indent="0">
              <a:buNone/>
            </a:pPr>
            <a:r>
              <a:rPr lang="en-US" altLang="ko-KR" dirty="0"/>
              <a:t>        int middle = start + (end - start) / 2;</a:t>
            </a:r>
          </a:p>
          <a:p>
            <a:pPr marL="0" indent="0">
              <a:buNone/>
            </a:pPr>
            <a:r>
              <a:rPr lang="en-US" altLang="ko-KR" dirty="0"/>
              <a:t>        if (key &lt;= </a:t>
            </a:r>
            <a:r>
              <a:rPr lang="en-US" altLang="ko-KR" dirty="0" err="1"/>
              <a:t>arr</a:t>
            </a:r>
            <a:r>
              <a:rPr lang="en-US" altLang="ko-KR" dirty="0"/>
              <a:t>[middle]) {</a:t>
            </a:r>
          </a:p>
          <a:p>
            <a:pPr marL="0" indent="0">
              <a:buNone/>
            </a:pPr>
            <a:r>
              <a:rPr lang="en-US" altLang="ko-KR" dirty="0"/>
              <a:t>            end = middle - 1;</a:t>
            </a:r>
          </a:p>
          <a:p>
            <a:pPr marL="0" indent="0">
              <a:buNone/>
            </a:pPr>
            <a:r>
              <a:rPr lang="en-US" altLang="ko-KR" dirty="0"/>
              <a:t>        } else {</a:t>
            </a:r>
          </a:p>
          <a:p>
            <a:pPr marL="0" indent="0">
              <a:buNone/>
            </a:pPr>
            <a:r>
              <a:rPr lang="en-US" altLang="ko-KR" dirty="0"/>
              <a:t>            start = middle + 1;</a:t>
            </a:r>
          </a:p>
          <a:p>
            <a:pPr marL="0" indent="0">
              <a:buNone/>
            </a:pPr>
            <a:r>
              <a:rPr lang="en-US" altLang="ko-KR" dirty="0"/>
              <a:t>        }</a:t>
            </a:r>
          </a:p>
          <a:p>
            <a:pPr marL="0" indent="0">
              <a:buNone/>
            </a:pPr>
            <a:r>
              <a:rPr lang="en-US" altLang="ko-KR" dirty="0"/>
              <a:t>    }</a:t>
            </a:r>
          </a:p>
          <a:p>
            <a:pPr marL="0" indent="0">
              <a:buNone/>
            </a:pPr>
            <a:r>
              <a:rPr lang="en-US" altLang="ko-KR" dirty="0"/>
              <a:t>    return start;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7B0F6D-2FA1-9ECA-2C6D-1DF011C9A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3038"/>
            <a:ext cx="5183188" cy="385762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그림 </a:t>
            </a:r>
            <a:r>
              <a:rPr lang="en-US" altLang="ko-KR" b="0" dirty="0"/>
              <a:t>(3</a:t>
            </a:r>
            <a:r>
              <a:rPr lang="ko-KR" altLang="en-US" b="0" dirty="0"/>
              <a:t>을</a:t>
            </a:r>
            <a:r>
              <a:rPr lang="en-US" altLang="ko-KR" b="0" dirty="0"/>
              <a:t> </a:t>
            </a:r>
            <a:r>
              <a:rPr lang="ko-KR" altLang="en-US" b="0" dirty="0"/>
              <a:t>찾는 경우</a:t>
            </a:r>
            <a:r>
              <a:rPr lang="en-US" altLang="ko-KR" b="0" dirty="0"/>
              <a:t>)</a:t>
            </a:r>
            <a:endParaRPr lang="ko-KR" altLang="en-US" b="0" dirty="0"/>
          </a:p>
        </p:txBody>
      </p:sp>
      <p:graphicFrame>
        <p:nvGraphicFramePr>
          <p:cNvPr id="3" name="내용 개체 틀 2">
            <a:extLst>
              <a:ext uri="{FF2B5EF4-FFF2-40B4-BE49-F238E27FC236}">
                <a16:creationId xmlns:a16="http://schemas.microsoft.com/office/drawing/2014/main" id="{D2132AEB-BF87-88C5-AA03-A1C78D64371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832885203"/>
              </p:ext>
            </p:extLst>
          </p:nvPr>
        </p:nvGraphicFramePr>
        <p:xfrm>
          <a:off x="6270625" y="2089843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2A0A4403-47DB-8B57-99E6-7D17916F77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4400191"/>
              </p:ext>
            </p:extLst>
          </p:nvPr>
        </p:nvGraphicFramePr>
        <p:xfrm>
          <a:off x="6270625" y="3173542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graphicFrame>
        <p:nvGraphicFramePr>
          <p:cNvPr id="9" name="내용 개체 틀 2">
            <a:extLst>
              <a:ext uri="{FF2B5EF4-FFF2-40B4-BE49-F238E27FC236}">
                <a16:creationId xmlns:a16="http://schemas.microsoft.com/office/drawing/2014/main" id="{64DB723B-B9CA-2769-4F59-80D8EC6700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354767"/>
              </p:ext>
            </p:extLst>
          </p:nvPr>
        </p:nvGraphicFramePr>
        <p:xfrm>
          <a:off x="6270626" y="4219248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177573B-CBC3-E59C-3B71-A3C9823F987B}"/>
              </a:ext>
            </a:extLst>
          </p:cNvPr>
          <p:cNvSpPr txBox="1"/>
          <p:nvPr/>
        </p:nvSpPr>
        <p:spPr>
          <a:xfrm>
            <a:off x="6270622" y="2574499"/>
            <a:ext cx="5385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처음 시작할 때 </a:t>
            </a:r>
            <a:r>
              <a:rPr lang="en-US" altLang="ko-KR" sz="1400" dirty="0"/>
              <a:t>start = 0, end = 6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3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&lt;=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end = middle –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DF1E7-6888-D24B-7BC0-EEBBE666CC03}"/>
              </a:ext>
            </a:extLst>
          </p:cNvPr>
          <p:cNvSpPr txBox="1"/>
          <p:nvPr/>
        </p:nvSpPr>
        <p:spPr>
          <a:xfrm>
            <a:off x="6270624" y="3620205"/>
            <a:ext cx="5524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0, end = 2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1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&gt;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start = middle + 1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5E2642-C98D-199E-22E6-7BFF9A5C1007}"/>
              </a:ext>
            </a:extLst>
          </p:cNvPr>
          <p:cNvSpPr txBox="1"/>
          <p:nvPr/>
        </p:nvSpPr>
        <p:spPr>
          <a:xfrm>
            <a:off x="6270623" y="4665911"/>
            <a:ext cx="5385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2, end = 2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2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/>
              <a:t>3 &lt;=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end = middle –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14" name="내용 개체 틀 2">
            <a:extLst>
              <a:ext uri="{FF2B5EF4-FFF2-40B4-BE49-F238E27FC236}">
                <a16:creationId xmlns:a16="http://schemas.microsoft.com/office/drawing/2014/main" id="{34D62CBF-7C33-ADED-49EC-7E4C580666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5239615"/>
              </p:ext>
            </p:extLst>
          </p:nvPr>
        </p:nvGraphicFramePr>
        <p:xfrm>
          <a:off x="6270622" y="5318026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40E3F2F-3B32-DD93-AE7E-8FB38E27BFE9}"/>
              </a:ext>
            </a:extLst>
          </p:cNvPr>
          <p:cNvSpPr txBox="1"/>
          <p:nvPr/>
        </p:nvSpPr>
        <p:spPr>
          <a:xfrm>
            <a:off x="6270623" y="5817761"/>
            <a:ext cx="5524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2, end = 1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탈출</a:t>
            </a:r>
            <a:r>
              <a:rPr lang="en-US" altLang="ko-KR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</a:t>
            </a:r>
            <a:r>
              <a:rPr lang="ko-KR" altLang="en-US" sz="1400" dirty="0"/>
              <a:t>가 </a:t>
            </a:r>
            <a:r>
              <a:rPr lang="en-US" altLang="ko-KR" sz="1400" dirty="0"/>
              <a:t>3 &lt;=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</a:t>
            </a:r>
            <a:r>
              <a:rPr lang="ko-KR" altLang="en-US" sz="1400" dirty="0"/>
              <a:t> 를</a:t>
            </a:r>
            <a:r>
              <a:rPr lang="en-US" altLang="ko-KR" sz="1400" dirty="0"/>
              <a:t> </a:t>
            </a:r>
            <a:r>
              <a:rPr lang="ko-KR" altLang="en-US" sz="1400" dirty="0"/>
              <a:t>만족하는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의 최솟값인 것을 확인 가능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730277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1C19-004D-19DB-5C3A-1712067F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45687-A1FB-8A16-87B4-7348E46E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4D2F84-7392-55E6-D95A-BC3D3343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3038"/>
            <a:ext cx="5157787" cy="385762"/>
          </a:xfrm>
        </p:spPr>
        <p:txBody>
          <a:bodyPr anchor="ctr">
            <a:normAutofit lnSpcReduction="10000"/>
          </a:bodyPr>
          <a:lstStyle/>
          <a:p>
            <a:r>
              <a:rPr lang="en-US" altLang="ko-KR" dirty="0" err="1"/>
              <a:t>upperbound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8EEE4B2-6ECE-7F0E-883E-6D3A3C568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28800"/>
            <a:ext cx="5256212" cy="43608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vector&lt;int&gt; </a:t>
            </a:r>
            <a:r>
              <a:rPr lang="en-US" altLang="ko-KR" dirty="0" err="1"/>
              <a:t>arr</a:t>
            </a:r>
            <a:r>
              <a:rPr lang="en-US" altLang="ko-KR" dirty="0"/>
              <a:t>; // </a:t>
            </a:r>
            <a:r>
              <a:rPr lang="ko-KR" altLang="en-US" dirty="0"/>
              <a:t>전역변수 정렬 되어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int </a:t>
            </a:r>
            <a:r>
              <a:rPr lang="en-US" altLang="ko-KR" dirty="0" err="1"/>
              <a:t>upperbound</a:t>
            </a:r>
            <a:r>
              <a:rPr lang="en-US" altLang="ko-KR" dirty="0"/>
              <a:t>(int start, int end, int key) {</a:t>
            </a:r>
          </a:p>
          <a:p>
            <a:pPr marL="0" indent="0">
              <a:buNone/>
            </a:pPr>
            <a:r>
              <a:rPr lang="en-US" altLang="ko-KR" dirty="0"/>
              <a:t>    while (start &lt;= end) {</a:t>
            </a:r>
          </a:p>
          <a:p>
            <a:pPr marL="0" indent="0">
              <a:buNone/>
            </a:pPr>
            <a:r>
              <a:rPr lang="en-US" altLang="ko-KR" dirty="0"/>
              <a:t>        int middle = start + (end - start) / 2;</a:t>
            </a:r>
          </a:p>
          <a:p>
            <a:pPr marL="0" indent="0">
              <a:buNone/>
            </a:pPr>
            <a:r>
              <a:rPr lang="en-US" altLang="ko-KR" dirty="0"/>
              <a:t>        if (</a:t>
            </a:r>
            <a:r>
              <a:rPr lang="en-US" altLang="ko-KR" dirty="0" err="1"/>
              <a:t>arr</a:t>
            </a:r>
            <a:r>
              <a:rPr lang="en-US" altLang="ko-KR" dirty="0"/>
              <a:t>[middle] &lt;= key) {</a:t>
            </a:r>
          </a:p>
          <a:p>
            <a:pPr marL="0" indent="0">
              <a:buNone/>
            </a:pPr>
            <a:r>
              <a:rPr lang="en-US" altLang="ko-KR" dirty="0"/>
              <a:t>            start = middle + 1;</a:t>
            </a:r>
          </a:p>
          <a:p>
            <a:pPr marL="0" indent="0">
              <a:buNone/>
            </a:pPr>
            <a:r>
              <a:rPr lang="en-US" altLang="ko-KR" dirty="0"/>
              <a:t>        } else {</a:t>
            </a:r>
          </a:p>
          <a:p>
            <a:pPr marL="0" indent="0">
              <a:buNone/>
            </a:pPr>
            <a:r>
              <a:rPr lang="en-US" altLang="ko-KR" dirty="0"/>
              <a:t>            end = middle - 1;</a:t>
            </a:r>
          </a:p>
          <a:p>
            <a:pPr marL="0" indent="0">
              <a:buNone/>
            </a:pPr>
            <a:r>
              <a:rPr lang="en-US" altLang="ko-KR" dirty="0"/>
              <a:t>        }</a:t>
            </a:r>
          </a:p>
          <a:p>
            <a:pPr marL="0" indent="0">
              <a:buNone/>
            </a:pPr>
            <a:r>
              <a:rPr lang="en-US" altLang="ko-KR" dirty="0"/>
              <a:t>    }</a:t>
            </a:r>
          </a:p>
          <a:p>
            <a:pPr marL="0" indent="0">
              <a:buNone/>
            </a:pPr>
            <a:r>
              <a:rPr lang="en-US" altLang="ko-KR" dirty="0"/>
              <a:t>    return start;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F78EFC3-2AEA-95E8-2C2A-458D5084E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3038"/>
            <a:ext cx="5183188" cy="385762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그림 </a:t>
            </a:r>
            <a:r>
              <a:rPr lang="en-US" altLang="ko-KR" b="0" dirty="0"/>
              <a:t>(3</a:t>
            </a:r>
            <a:r>
              <a:rPr lang="ko-KR" altLang="en-US" b="0" dirty="0"/>
              <a:t>을</a:t>
            </a:r>
            <a:r>
              <a:rPr lang="en-US" altLang="ko-KR" b="0" dirty="0"/>
              <a:t> </a:t>
            </a:r>
            <a:r>
              <a:rPr lang="ko-KR" altLang="en-US" b="0" dirty="0"/>
              <a:t>찾는 경우</a:t>
            </a:r>
            <a:r>
              <a:rPr lang="en-US" altLang="ko-KR" b="0" dirty="0"/>
              <a:t>)</a:t>
            </a:r>
            <a:endParaRPr lang="ko-KR" altLang="en-US" b="0" dirty="0"/>
          </a:p>
        </p:txBody>
      </p:sp>
      <p:graphicFrame>
        <p:nvGraphicFramePr>
          <p:cNvPr id="3" name="내용 개체 틀 2">
            <a:extLst>
              <a:ext uri="{FF2B5EF4-FFF2-40B4-BE49-F238E27FC236}">
                <a16:creationId xmlns:a16="http://schemas.microsoft.com/office/drawing/2014/main" id="{CC8BF64A-1019-1116-1105-2BD9B13ABABD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270625" y="2089843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8D0E7DDD-39FD-4C0F-D4CD-AFA97D080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644268"/>
              </p:ext>
            </p:extLst>
          </p:nvPr>
        </p:nvGraphicFramePr>
        <p:xfrm>
          <a:off x="6270625" y="3173542"/>
          <a:ext cx="4819073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085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graphicFrame>
        <p:nvGraphicFramePr>
          <p:cNvPr id="9" name="내용 개체 틀 2">
            <a:extLst>
              <a:ext uri="{FF2B5EF4-FFF2-40B4-BE49-F238E27FC236}">
                <a16:creationId xmlns:a16="http://schemas.microsoft.com/office/drawing/2014/main" id="{38654430-946C-08A6-D1EB-2E82FE53DA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3383859"/>
              </p:ext>
            </p:extLst>
          </p:nvPr>
        </p:nvGraphicFramePr>
        <p:xfrm>
          <a:off x="6270626" y="4219248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872CADD-5271-EEC5-AF60-85970C52E79C}"/>
              </a:ext>
            </a:extLst>
          </p:cNvPr>
          <p:cNvSpPr txBox="1"/>
          <p:nvPr/>
        </p:nvSpPr>
        <p:spPr>
          <a:xfrm>
            <a:off x="6270622" y="2574499"/>
            <a:ext cx="5385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처음 시작할 때 </a:t>
            </a:r>
            <a:r>
              <a:rPr lang="en-US" altLang="ko-KR" sz="1400" dirty="0"/>
              <a:t>start = 0, end = 6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3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[middle]&lt;= 3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start = middle + 1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6985E-1488-9737-05FD-7D9DBF38BE1C}"/>
              </a:ext>
            </a:extLst>
          </p:cNvPr>
          <p:cNvSpPr txBox="1"/>
          <p:nvPr/>
        </p:nvSpPr>
        <p:spPr>
          <a:xfrm>
            <a:off x="6270624" y="3620205"/>
            <a:ext cx="5524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4, end = 6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5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 &gt; 3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end = middle - 1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53F72-36D9-93E8-121F-8F2BAA7D434C}"/>
              </a:ext>
            </a:extLst>
          </p:cNvPr>
          <p:cNvSpPr txBox="1"/>
          <p:nvPr/>
        </p:nvSpPr>
        <p:spPr>
          <a:xfrm>
            <a:off x="6270623" y="4665911"/>
            <a:ext cx="5385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4, end = 4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middle</a:t>
            </a:r>
            <a:r>
              <a:rPr lang="ko-KR" altLang="en-US" sz="1400" dirty="0"/>
              <a:t> </a:t>
            </a:r>
            <a:r>
              <a:rPr lang="en-US" altLang="ko-KR" sz="1400" dirty="0"/>
              <a:t>= 4 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이때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[middle]&lt;= 3</a:t>
            </a:r>
            <a:r>
              <a:rPr lang="ko-KR" altLang="en-US" sz="1400" dirty="0"/>
              <a:t> 이므로 </a:t>
            </a:r>
            <a:r>
              <a:rPr lang="en-US" altLang="ko-KR" sz="1400" dirty="0"/>
              <a:t>start = middle + 1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업데이트</a:t>
            </a:r>
          </a:p>
        </p:txBody>
      </p:sp>
      <p:graphicFrame>
        <p:nvGraphicFramePr>
          <p:cNvPr id="14" name="내용 개체 틀 2">
            <a:extLst>
              <a:ext uri="{FF2B5EF4-FFF2-40B4-BE49-F238E27FC236}">
                <a16:creationId xmlns:a16="http://schemas.microsoft.com/office/drawing/2014/main" id="{74628BE8-11C8-E6BA-35E1-7CEE502EC5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4189515"/>
              </p:ext>
            </p:extLst>
          </p:nvPr>
        </p:nvGraphicFramePr>
        <p:xfrm>
          <a:off x="6270622" y="5318026"/>
          <a:ext cx="48190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439">
                  <a:extLst>
                    <a:ext uri="{9D8B030D-6E8A-4147-A177-3AD203B41FA5}">
                      <a16:colId xmlns:a16="http://schemas.microsoft.com/office/drawing/2014/main" val="264987152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804042639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3108623076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1618779975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589831498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869645654"/>
                    </a:ext>
                  </a:extLst>
                </a:gridCol>
                <a:gridCol w="688439">
                  <a:extLst>
                    <a:ext uri="{9D8B030D-6E8A-4147-A177-3AD203B41FA5}">
                      <a16:colId xmlns:a16="http://schemas.microsoft.com/office/drawing/2014/main" val="2002232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032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A7CBE67-4CAD-16E8-9649-74F16DF1EAFE}"/>
              </a:ext>
            </a:extLst>
          </p:cNvPr>
          <p:cNvSpPr txBox="1"/>
          <p:nvPr/>
        </p:nvSpPr>
        <p:spPr>
          <a:xfrm>
            <a:off x="6270623" y="5817761"/>
            <a:ext cx="5524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 = 5, end = 4</a:t>
            </a:r>
            <a:r>
              <a:rPr lang="ko-KR" altLang="en-US" sz="1400" dirty="0"/>
              <a:t>이므로</a:t>
            </a:r>
            <a:r>
              <a:rPr lang="en-US" altLang="ko-KR" sz="1400" dirty="0"/>
              <a:t>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탈출</a:t>
            </a:r>
            <a:r>
              <a:rPr lang="en-US" altLang="ko-KR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start</a:t>
            </a:r>
            <a:r>
              <a:rPr lang="ko-KR" altLang="en-US" sz="1400" dirty="0"/>
              <a:t>가 </a:t>
            </a:r>
            <a:r>
              <a:rPr lang="en-US" altLang="ko-KR" sz="1400" dirty="0"/>
              <a:t>3 &lt;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</a:t>
            </a:r>
            <a:r>
              <a:rPr lang="ko-KR" altLang="en-US" sz="1400" dirty="0"/>
              <a:t> 를</a:t>
            </a:r>
            <a:r>
              <a:rPr lang="en-US" altLang="ko-KR" sz="1400" dirty="0"/>
              <a:t> </a:t>
            </a:r>
            <a:r>
              <a:rPr lang="ko-KR" altLang="en-US" sz="1400" dirty="0"/>
              <a:t>만족하는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의 최솟값인 것을 확인 가능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655991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3DCA-642A-BFDD-0AF8-023E3D41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3FC3A-686D-EA05-7908-BD65BD30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09B21-1A3C-A1CC-16E1-390A1F977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매개 변수 탐색</a:t>
            </a:r>
            <a:endParaRPr lang="en-US" altLang="ko-KR" sz="2000" dirty="0"/>
          </a:p>
          <a:p>
            <a:r>
              <a:rPr lang="ko-KR" altLang="en-US" sz="2000" dirty="0"/>
              <a:t>매개변수 탐색은 이분 탐색 아이디어를 한 단계 확장해서</a:t>
            </a:r>
            <a:r>
              <a:rPr lang="en-US" altLang="ko-KR" sz="2000" dirty="0"/>
              <a:t>, </a:t>
            </a:r>
            <a:r>
              <a:rPr lang="ko-KR" altLang="en-US" sz="2000" dirty="0"/>
              <a:t>조건을 만족하는 최대값</a:t>
            </a:r>
            <a:r>
              <a:rPr lang="en-US" altLang="ko-KR" sz="2000" dirty="0"/>
              <a:t>/</a:t>
            </a:r>
            <a:r>
              <a:rPr lang="ko-KR" altLang="en-US" sz="2000" dirty="0"/>
              <a:t>최소값을 찾는 데 사용한다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600" dirty="0"/>
              <a:t>단순히 값의 위치를 찾는 것보다</a:t>
            </a:r>
            <a:r>
              <a:rPr lang="en-US" altLang="ko-KR" sz="1600" dirty="0"/>
              <a:t>, </a:t>
            </a:r>
            <a:r>
              <a:rPr lang="ko-KR" altLang="en-US" sz="1600" dirty="0"/>
              <a:t>어떤 값이 조건을 만족하는지</a:t>
            </a:r>
            <a:r>
              <a:rPr lang="en-US" altLang="ko-KR" sz="1600" dirty="0"/>
              <a:t> </a:t>
            </a:r>
            <a:r>
              <a:rPr lang="ko-KR" altLang="en-US" sz="1600" dirty="0"/>
              <a:t>확인하면서 답이 될 수 있는 후보 범위를 줄여 나간다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보통 </a:t>
            </a:r>
            <a:r>
              <a:rPr lang="en-US" altLang="ko-KR" sz="1600" dirty="0"/>
              <a:t>middle</a:t>
            </a:r>
            <a:r>
              <a:rPr lang="ko-KR" altLang="en-US" sz="1600" dirty="0"/>
              <a:t>값을 기준으로 조건을 만족 시킬 수 있는 </a:t>
            </a:r>
            <a:r>
              <a:rPr lang="en-US" altLang="ko-KR" sz="1600" dirty="0"/>
              <a:t>decision(int middle) </a:t>
            </a:r>
            <a:r>
              <a:rPr lang="ko-KR" altLang="en-US" sz="1600" dirty="0"/>
              <a:t>함수를 따로 정의 하여 조건 만족 유무를 확인</a:t>
            </a:r>
            <a:endParaRPr lang="en-US" altLang="ko-KR" sz="1600" dirty="0"/>
          </a:p>
          <a:p>
            <a:r>
              <a:rPr lang="ko-KR" altLang="en-US" sz="2000" dirty="0"/>
              <a:t>복잡한 최적화 문제를 이분 탐색으로 바꿔 효율적으로 답을 찾을 수 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예시</a:t>
            </a:r>
            <a:endParaRPr lang="en-US" altLang="ko-KR" sz="2000" dirty="0"/>
          </a:p>
          <a:p>
            <a:pPr lvl="1"/>
            <a:r>
              <a:rPr lang="ko-KR" altLang="en-US" sz="1600" dirty="0"/>
              <a:t>이 문제를 풀 수 있는 최소 시간은</a:t>
            </a:r>
            <a:r>
              <a:rPr lang="en-US" altLang="ko-KR" sz="1600" dirty="0"/>
              <a:t>?</a:t>
            </a:r>
          </a:p>
          <a:p>
            <a:pPr lvl="2"/>
            <a:r>
              <a:rPr lang="en-US" altLang="ko-KR" sz="1600" dirty="0"/>
              <a:t>decision </a:t>
            </a:r>
            <a:r>
              <a:rPr lang="ko-KR" altLang="en-US" sz="1600" dirty="0"/>
              <a:t>함수를 만족하는 최소의 </a:t>
            </a:r>
            <a:r>
              <a:rPr lang="en-US" altLang="ko-KR" sz="1600" dirty="0"/>
              <a:t>middle </a:t>
            </a:r>
            <a:r>
              <a:rPr lang="ko-KR" altLang="en-US" sz="1600" dirty="0"/>
              <a:t>값 구하기</a:t>
            </a:r>
            <a:endParaRPr lang="en-US" altLang="ko-KR" sz="1600" dirty="0"/>
          </a:p>
          <a:p>
            <a:pPr lvl="1"/>
            <a:r>
              <a:rPr lang="ko-KR" altLang="en-US" sz="1600" dirty="0"/>
              <a:t>이 조건을 만족하면서 버틸 수 있는 최대 무게는</a:t>
            </a:r>
            <a:r>
              <a:rPr lang="en-US" altLang="ko-KR" sz="1600" dirty="0"/>
              <a:t>?</a:t>
            </a:r>
          </a:p>
          <a:p>
            <a:pPr lvl="2"/>
            <a:r>
              <a:rPr lang="en-US" altLang="ko-KR" sz="1600" dirty="0"/>
              <a:t>decision </a:t>
            </a:r>
            <a:r>
              <a:rPr lang="ko-KR" altLang="en-US" sz="1600" dirty="0"/>
              <a:t>함수를 만족하는 최대의 </a:t>
            </a:r>
            <a:r>
              <a:rPr lang="en-US" altLang="ko-KR" sz="1600" dirty="0"/>
              <a:t>middle </a:t>
            </a:r>
            <a:r>
              <a:rPr lang="ko-KR" altLang="en-US" sz="1600" dirty="0"/>
              <a:t>값 구하기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6311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4823-945E-80BA-F4F1-654180DB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B4E1F-958C-F889-5CAC-4B1EC7F0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60B61-DF03-BB3D-699C-15FE99858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배열 </a:t>
            </a:r>
            <a:r>
              <a:rPr lang="en-US" altLang="ko-KR" sz="2000" dirty="0" err="1"/>
              <a:t>arr</a:t>
            </a:r>
            <a:r>
              <a:rPr lang="ko-KR" altLang="en-US" sz="2000" dirty="0"/>
              <a:t>의 크기가 </a:t>
            </a:r>
            <a:r>
              <a:rPr lang="en-US" altLang="ko-KR" sz="2000" dirty="0"/>
              <a:t>n</a:t>
            </a:r>
            <a:r>
              <a:rPr lang="ko-KR" altLang="en-US" sz="2000" dirty="0"/>
              <a:t>일 때</a:t>
            </a:r>
            <a:r>
              <a:rPr lang="en-US" altLang="ko-KR" sz="2000" dirty="0"/>
              <a:t>, </a:t>
            </a:r>
          </a:p>
          <a:p>
            <a:endParaRPr lang="en-US" altLang="ko-KR" sz="2000" dirty="0"/>
          </a:p>
          <a:p>
            <a:r>
              <a:rPr lang="ko-KR" altLang="en-US" sz="2000" dirty="0" err="1"/>
              <a:t>반환값이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인 경우</a:t>
            </a:r>
            <a:endParaRPr lang="en-US" altLang="ko-KR" sz="2000" dirty="0"/>
          </a:p>
          <a:p>
            <a:pPr lvl="1"/>
            <a:r>
              <a:rPr lang="en-US" altLang="ko-KR" sz="2000" dirty="0"/>
              <a:t>key</a:t>
            </a:r>
            <a:r>
              <a:rPr lang="ko-KR" altLang="en-US" sz="2000" dirty="0"/>
              <a:t>가 배열의 가장 앞에 들어갈 때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lowerbound</a:t>
            </a:r>
            <a:r>
              <a:rPr lang="en-US" altLang="ko-KR" sz="2000" dirty="0"/>
              <a:t>: key</a:t>
            </a:r>
            <a:r>
              <a:rPr lang="ko-KR" altLang="en-US" sz="2000" dirty="0"/>
              <a:t> </a:t>
            </a:r>
            <a:r>
              <a:rPr lang="en-US" altLang="ko-KR" sz="2000" dirty="0"/>
              <a:t>&lt;=</a:t>
            </a:r>
            <a:r>
              <a:rPr lang="ko-KR" altLang="en-US" sz="2000" dirty="0"/>
              <a:t>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[0]</a:t>
            </a:r>
          </a:p>
          <a:p>
            <a:pPr lvl="1"/>
            <a:r>
              <a:rPr lang="en-US" altLang="ko-KR" sz="2000" dirty="0" err="1"/>
              <a:t>upperbound</a:t>
            </a:r>
            <a:r>
              <a:rPr lang="en-US" altLang="ko-KR" sz="2000" dirty="0"/>
              <a:t>: key &lt;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[0]</a:t>
            </a:r>
            <a:endParaRPr lang="en-US" altLang="ko-KR" sz="2400" dirty="0"/>
          </a:p>
          <a:p>
            <a:r>
              <a:rPr lang="ko-KR" altLang="en-US" sz="2000" dirty="0" err="1"/>
              <a:t>반환값이</a:t>
            </a:r>
            <a:r>
              <a:rPr lang="ko-KR" altLang="en-US" sz="2000" dirty="0"/>
              <a:t> </a:t>
            </a:r>
            <a:r>
              <a:rPr lang="en-US" altLang="ko-KR" sz="2000" dirty="0"/>
              <a:t>n</a:t>
            </a:r>
            <a:r>
              <a:rPr lang="ko-KR" altLang="en-US" sz="2000" dirty="0"/>
              <a:t>인 경우</a:t>
            </a:r>
            <a:r>
              <a:rPr lang="en-US" altLang="ko-KR" sz="2000" dirty="0"/>
              <a:t>:</a:t>
            </a:r>
          </a:p>
          <a:p>
            <a:pPr lvl="1"/>
            <a:r>
              <a:rPr lang="en-US" altLang="ko-KR" sz="2000" dirty="0"/>
              <a:t>key</a:t>
            </a:r>
            <a:r>
              <a:rPr lang="ko-KR" altLang="en-US" sz="2000" dirty="0"/>
              <a:t>가 배열의 가장 뒤에 들어갈 때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lowerbound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[n-1] &lt; key</a:t>
            </a:r>
          </a:p>
          <a:p>
            <a:pPr lvl="1"/>
            <a:r>
              <a:rPr lang="en-US" altLang="ko-KR" sz="2000" dirty="0" err="1"/>
              <a:t>upperbound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[n-1] &lt;= key</a:t>
            </a:r>
          </a:p>
          <a:p>
            <a:pPr marL="0" indent="0">
              <a:buNone/>
            </a:pPr>
            <a:endParaRPr lang="en-US" altLang="ko-KR" sz="2000" dirty="0"/>
          </a:p>
          <a:p>
            <a:pPr lvl="1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73185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42FA-03D6-7743-F065-AF1C76F7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04066-C848-B05A-E06B-B7DDEF3D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6D5FF-F7B8-F859-C919-1E50B50F1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매개 변수 탐색 예시 문제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https://www.acmicpc.net/problem/2512</a:t>
            </a:r>
            <a:endParaRPr lang="en-US" altLang="ko-KR" sz="2000" dirty="0"/>
          </a:p>
          <a:p>
            <a:r>
              <a:rPr lang="ko-KR" altLang="en-US" sz="2000" dirty="0"/>
              <a:t>우리가 원하는 것은 가능한 한 최대의 총 예산을 결정하는 일</a:t>
            </a:r>
            <a:r>
              <a:rPr lang="en-US" altLang="ko-KR" sz="2000" dirty="0"/>
              <a:t>!</a:t>
            </a:r>
          </a:p>
          <a:p>
            <a:pPr lvl="1"/>
            <a:r>
              <a:rPr lang="ko-KR" altLang="en-US" sz="1600" dirty="0"/>
              <a:t>즉 우리는 주어진 배열 </a:t>
            </a:r>
            <a:r>
              <a:rPr lang="en-US" altLang="ko-KR" sz="1600" dirty="0"/>
              <a:t>(</a:t>
            </a:r>
            <a:r>
              <a:rPr lang="ko-KR" altLang="en-US" sz="1600" dirty="0"/>
              <a:t>각 지방의 예산요청</a:t>
            </a:r>
            <a:r>
              <a:rPr lang="en-US" altLang="ko-KR" sz="1600" dirty="0"/>
              <a:t>) </a:t>
            </a:r>
            <a:r>
              <a:rPr lang="ko-KR" altLang="en-US" sz="1600" dirty="0"/>
              <a:t>중 특정 값을 정하는 것이 아니라</a:t>
            </a:r>
            <a:endParaRPr lang="en-US" altLang="ko-KR" sz="1600" dirty="0"/>
          </a:p>
          <a:p>
            <a:pPr lvl="1"/>
            <a:r>
              <a:rPr lang="en-US" altLang="ko-KR" sz="1600" dirty="0"/>
              <a:t>0~(</a:t>
            </a:r>
            <a:r>
              <a:rPr lang="ko-KR" altLang="en-US" sz="1600" dirty="0"/>
              <a:t>지방의 예산요청의 최댓값</a:t>
            </a:r>
            <a:r>
              <a:rPr lang="en-US" altLang="ko-KR" sz="1600" dirty="0"/>
              <a:t>)</a:t>
            </a:r>
            <a:r>
              <a:rPr lang="ko-KR" altLang="en-US" sz="1600" dirty="0"/>
              <a:t>의 정수 중 하나를 골라야 한다</a:t>
            </a:r>
            <a:r>
              <a:rPr lang="en-US" altLang="ko-KR" sz="1600" dirty="0"/>
              <a:t>!</a:t>
            </a:r>
          </a:p>
          <a:p>
            <a:pPr marL="457200" lvl="1" indent="0">
              <a:buNone/>
            </a:pPr>
            <a:endParaRPr lang="en-US" altLang="ko-KR" sz="1600" dirty="0"/>
          </a:p>
          <a:p>
            <a:r>
              <a:rPr lang="ko-KR" altLang="en-US" sz="2000" dirty="0"/>
              <a:t>단 조건이 예산을 정할 때 정해진 총액 이하여야 한다는 조건이 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우리는 조건을 만족하는지 확인하면서 </a:t>
            </a:r>
            <a:r>
              <a:rPr lang="en-US" altLang="ko-KR" sz="2000" dirty="0"/>
              <a:t>0~(</a:t>
            </a:r>
            <a:r>
              <a:rPr lang="ko-KR" altLang="en-US" sz="2000" dirty="0"/>
              <a:t>지방의 예산요청의 최댓값</a:t>
            </a:r>
            <a:r>
              <a:rPr lang="en-US" altLang="ko-KR" sz="2000" dirty="0"/>
              <a:t>)</a:t>
            </a:r>
            <a:r>
              <a:rPr lang="ko-KR" altLang="en-US" sz="2000" dirty="0"/>
              <a:t>의 범위를 좁혀가면 된다</a:t>
            </a:r>
            <a:r>
              <a:rPr lang="en-US" altLang="ko-KR" sz="2000" dirty="0"/>
              <a:t>!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32359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C493-3E1C-014C-AD53-D9480010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FA76-65E5-6384-7461-3B434437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325FE1-7BB8-8023-B96E-FDF9DFF66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3038"/>
            <a:ext cx="5157787" cy="385762"/>
          </a:xfrm>
        </p:spPr>
        <p:txBody>
          <a:bodyPr anchor="ctr">
            <a:normAutofit lnSpcReduction="10000"/>
          </a:bodyPr>
          <a:lstStyle/>
          <a:p>
            <a:r>
              <a:rPr lang="en-US" altLang="ko-KR" dirty="0"/>
              <a:t>decision</a:t>
            </a:r>
            <a:r>
              <a:rPr lang="ko-KR" altLang="en-US" dirty="0"/>
              <a:t> 함수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F260C58-6CE5-E5D8-63AD-048976507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28800"/>
            <a:ext cx="5256212" cy="4360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vector&lt;int&gt; price; // </a:t>
            </a:r>
            <a:r>
              <a:rPr lang="ko-KR" altLang="en-US" sz="1400" dirty="0"/>
              <a:t>지방의 예산요청이 정렬된</a:t>
            </a:r>
            <a:r>
              <a:rPr lang="en-US" altLang="ko-KR" sz="1400" dirty="0"/>
              <a:t> </a:t>
            </a:r>
            <a:r>
              <a:rPr lang="ko-KR" altLang="en-US" sz="1400" dirty="0"/>
              <a:t>전역변수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bool decision(int middle, int size, int budget) {</a:t>
            </a:r>
          </a:p>
          <a:p>
            <a:pPr marL="0" indent="0">
              <a:buNone/>
            </a:pPr>
            <a:r>
              <a:rPr lang="en-US" altLang="ko-KR" sz="1400" dirty="0"/>
              <a:t>        int sum=0;</a:t>
            </a:r>
          </a:p>
          <a:p>
            <a:pPr marL="0" indent="0"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size;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++)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예산 요청액이 </a:t>
            </a:r>
            <a:r>
              <a:rPr lang="en-US" altLang="ko-KR" sz="1400" dirty="0"/>
              <a:t>middle </a:t>
            </a:r>
            <a:r>
              <a:rPr lang="ko-KR" altLang="en-US" sz="1400" dirty="0"/>
              <a:t>보다 큰 경우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일괄적으로 </a:t>
            </a:r>
            <a:r>
              <a:rPr lang="en-US" altLang="ko-KR" sz="1400" dirty="0"/>
              <a:t>middle</a:t>
            </a:r>
            <a:r>
              <a:rPr lang="ko-KR" altLang="en-US" sz="1400" dirty="0"/>
              <a:t>이 </a:t>
            </a:r>
            <a:r>
              <a:rPr lang="en-US" altLang="ko-KR" sz="1400" dirty="0"/>
              <a:t>sum</a:t>
            </a:r>
            <a:r>
              <a:rPr lang="ko-KR" altLang="en-US" sz="1400" dirty="0"/>
              <a:t>에 합 해짐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sum += min(price[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], middle);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조건에 만족하는지 안 하는지 반환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return sum &lt;= budget;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7E584D2-EC6B-9276-7512-823632F2C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3038"/>
            <a:ext cx="5183188" cy="385762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이분 탐색 </a:t>
            </a:r>
            <a:r>
              <a:rPr lang="en-US" altLang="ko-KR" dirty="0"/>
              <a:t>(</a:t>
            </a:r>
            <a:r>
              <a:rPr lang="en-US" altLang="ko-KR" dirty="0" err="1"/>
              <a:t>upperbound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95A20C0B-5A0A-A743-085B-F3E63003C888}"/>
              </a:ext>
            </a:extLst>
          </p:cNvPr>
          <p:cNvSpPr txBox="1">
            <a:spLocks/>
          </p:cNvSpPr>
          <p:nvPr/>
        </p:nvSpPr>
        <p:spPr>
          <a:xfrm>
            <a:off x="6096000" y="1828799"/>
            <a:ext cx="5256212" cy="436086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int search(int start, int end, int budget, int size) {</a:t>
            </a:r>
          </a:p>
          <a:p>
            <a:pPr marL="0" indent="0">
              <a:buNone/>
            </a:pPr>
            <a:r>
              <a:rPr lang="en-US" altLang="ko-KR" dirty="0"/>
              <a:t>    while (start &lt;= end) {</a:t>
            </a:r>
          </a:p>
          <a:p>
            <a:pPr marL="0" indent="0">
              <a:buNone/>
            </a:pPr>
            <a:r>
              <a:rPr lang="en-US" altLang="ko-KR" dirty="0"/>
              <a:t>        int middle = start + (end - start) / 2;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// </a:t>
            </a:r>
            <a:r>
              <a:rPr lang="ko-KR" altLang="en-US" dirty="0"/>
              <a:t>조건을 만족하면</a:t>
            </a:r>
            <a:r>
              <a:rPr lang="en-US" altLang="ko-KR" dirty="0"/>
              <a:t>, </a:t>
            </a:r>
            <a:r>
              <a:rPr lang="ko-KR" altLang="en-US" dirty="0"/>
              <a:t>더 큰 쪽으로 범위를 줄여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// </a:t>
            </a:r>
            <a:r>
              <a:rPr lang="ko-KR" altLang="en-US" dirty="0"/>
              <a:t>조건을 만족하는 </a:t>
            </a:r>
            <a:r>
              <a:rPr lang="en-US" altLang="ko-KR" dirty="0"/>
              <a:t>middle</a:t>
            </a:r>
            <a:r>
              <a:rPr lang="ko-KR" altLang="en-US" dirty="0"/>
              <a:t>를 한 번 더 찾아본다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if (decision(middle, size, budget)) {</a:t>
            </a:r>
          </a:p>
          <a:p>
            <a:pPr marL="0" indent="0">
              <a:buNone/>
            </a:pPr>
            <a:r>
              <a:rPr lang="en-US" altLang="ko-KR" dirty="0"/>
              <a:t>            start = middle + 1;</a:t>
            </a:r>
          </a:p>
          <a:p>
            <a:pPr marL="0" indent="0">
              <a:buNone/>
            </a:pPr>
            <a:r>
              <a:rPr lang="en-US" altLang="ko-KR" dirty="0"/>
              <a:t>        } else {</a:t>
            </a:r>
          </a:p>
          <a:p>
            <a:pPr marL="0" indent="0">
              <a:buNone/>
            </a:pPr>
            <a:r>
              <a:rPr lang="en-US" altLang="ko-KR" dirty="0"/>
              <a:t>            end = middle - 1;</a:t>
            </a:r>
          </a:p>
          <a:p>
            <a:pPr marL="0" indent="0">
              <a:buNone/>
            </a:pPr>
            <a:r>
              <a:rPr lang="en-US" altLang="ko-KR" dirty="0"/>
              <a:t>        }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}</a:t>
            </a:r>
          </a:p>
          <a:p>
            <a:pPr marL="0" indent="0">
              <a:buNone/>
            </a:pPr>
            <a:r>
              <a:rPr lang="en-US" altLang="ko-KR" dirty="0"/>
              <a:t>    return end;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3655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B0EF8-9EC4-83CA-6CB4-D3945281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3DAAA-AD2C-DEDD-DFDB-A4DF6A2F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이분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B3E796-B8D4-2882-64C3-E63C33ED7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일반 이분 탐색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https://www.acmicpc.net/problem/1920</a:t>
            </a:r>
            <a:endParaRPr lang="en-US" altLang="ko-KR" sz="2000" dirty="0"/>
          </a:p>
          <a:p>
            <a:pPr lvl="1"/>
            <a:r>
              <a:rPr lang="ko-KR" altLang="en-US" sz="1600" dirty="0"/>
              <a:t>예시 답변 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3"/>
              </a:rPr>
              <a:t>http://boj.kr/da6299d0c9db4913942547eaf1b95017</a:t>
            </a:r>
            <a:endParaRPr lang="en-US" altLang="ko-KR" sz="1600" dirty="0"/>
          </a:p>
          <a:p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매개 변수 탐색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4"/>
              </a:rPr>
              <a:t>https://www.acmicpc.net/problem/2512</a:t>
            </a:r>
            <a:endParaRPr lang="en-US" altLang="ko-KR" sz="2000" dirty="0"/>
          </a:p>
          <a:p>
            <a:pPr lvl="1"/>
            <a:r>
              <a:rPr lang="ko-KR" altLang="en-US" sz="1600" dirty="0"/>
              <a:t>예시 답변 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5"/>
              </a:rPr>
              <a:t>http://boj.kr/3f9bb4303ba640de89f14d41fe199d60</a:t>
            </a:r>
            <a:endParaRPr lang="en-US" altLang="ko-KR" sz="1600" dirty="0"/>
          </a:p>
          <a:p>
            <a:endParaRPr lang="en-US" altLang="ko-KR" sz="2000" dirty="0"/>
          </a:p>
          <a:p>
            <a:pPr lvl="1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38578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D3B2-501E-0EA5-ADB0-5238D20F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CDDE2-7520-0824-BF4E-91881744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CE6C2-8E1A-6997-8C8E-B3BF38CD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이분탐색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https://www.acmicpc.net/step/49</a:t>
            </a:r>
            <a:endParaRPr lang="en-US" altLang="ko-KR" dirty="0"/>
          </a:p>
          <a:p>
            <a:r>
              <a:rPr lang="ko-KR" altLang="en-US" dirty="0"/>
              <a:t>분리집합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https://www.acmicpc.net/step/14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572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2238</Words>
  <Application>Microsoft Office PowerPoint</Application>
  <PresentationFormat>와이드스크린</PresentationFormat>
  <Paragraphs>475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자구&amp;알고 스터디</vt:lpstr>
      <vt:lpstr>분리 집합</vt:lpstr>
      <vt:lpstr>분리 집합</vt:lpstr>
      <vt:lpstr>분리 집합</vt:lpstr>
      <vt:lpstr>분리 집합</vt:lpstr>
      <vt:lpstr>분리 집합</vt:lpstr>
      <vt:lpstr>분리 집합</vt:lpstr>
      <vt:lpstr>분리 집합</vt:lpstr>
      <vt:lpstr>분리 집합</vt:lpstr>
      <vt:lpstr>분리 집합</vt:lpstr>
      <vt:lpstr>분리 집합</vt:lpstr>
      <vt:lpstr>분리 집합</vt:lpstr>
      <vt:lpstr>분리 집합</vt:lpstr>
      <vt:lpstr>이분 탐색</vt:lpstr>
      <vt:lpstr>이분 탐색</vt:lpstr>
      <vt:lpstr>이분 탐색</vt:lpstr>
      <vt:lpstr>이분 탐색</vt:lpstr>
      <vt:lpstr>이분 탐색</vt:lpstr>
      <vt:lpstr>이분 탐색</vt:lpstr>
      <vt:lpstr>이분 탐색</vt:lpstr>
      <vt:lpstr>이분 탐색</vt:lpstr>
      <vt:lpstr>이분 탐색</vt:lpstr>
      <vt:lpstr>이분 탐색</vt:lpstr>
      <vt:lpstr>복습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이태규</dc:creator>
  <cp:lastModifiedBy>이태규</cp:lastModifiedBy>
  <cp:revision>496</cp:revision>
  <dcterms:created xsi:type="dcterms:W3CDTF">2025-09-07T07:21:38Z</dcterms:created>
  <dcterms:modified xsi:type="dcterms:W3CDTF">2025-10-05T08:57:35Z</dcterms:modified>
</cp:coreProperties>
</file>